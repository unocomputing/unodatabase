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1"/>
  </p:notesMasterIdLst>
  <p:sldIdLst>
    <p:sldId id="281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7" r:id="rId16"/>
    <p:sldId id="268" r:id="rId17"/>
    <p:sldId id="269" r:id="rId18"/>
    <p:sldId id="270" r:id="rId19"/>
    <p:sldId id="271" r:id="rId20"/>
    <p:sldId id="282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83" r:id="rId29"/>
    <p:sldId id="27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D0A19A8-EE92-463C-B21F-A234A9A4C3B5}">
          <p14:sldIdLst>
            <p14:sldId id="281"/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Untitled Section" id="{A7A109E7-A1D0-449F-822F-CCE0B0795F13}">
          <p14:sldIdLst>
            <p14:sldId id="262"/>
            <p14:sldId id="263"/>
            <p14:sldId id="264"/>
            <p14:sldId id="265"/>
            <p14:sldId id="267"/>
            <p14:sldId id="268"/>
            <p14:sldId id="269"/>
            <p14:sldId id="270"/>
            <p14:sldId id="271"/>
            <p14:sldId id="282"/>
            <p14:sldId id="272"/>
            <p14:sldId id="273"/>
            <p14:sldId id="274"/>
            <p14:sldId id="275"/>
            <p14:sldId id="276"/>
            <p14:sldId id="277"/>
            <p14:sldId id="278"/>
            <p14:sldId id="283"/>
            <p14:sldId id="27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dt="2026-09-20T14:11:04.796"/>
    <p1510:client id="{3CAC1370-B94D-9EE3-9319-1AA67DC45B0F}" v="364" dt="2026-09-20T20:36:14.028"/>
    <p1510:client id="{46EC7375-C9CE-F41B-4EF1-2D7D32B1972F}" v="1" dt="2026-09-20T13:58:18.435"/>
    <p1510:client id="{DF20D4DC-B220-8156-1443-7FCAFBDE7404}" v="665" dt="2026-09-20T20:49:06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TCHONANG" userId="S::daniel.tchonang@um6p.ma::bb32c9f8-2ea3-41de-a337-cbeb11aa35fc" providerId="AD" clId="Web-{DF20D4DC-B220-8156-1443-7FCAFBDE7404}"/>
    <pc:docChg chg="addSld delSld modSld sldOrd modSection">
      <pc:chgData name="Daniel TCHONANG" userId="S::daniel.tchonang@um6p.ma::bb32c9f8-2ea3-41de-a337-cbeb11aa35fc" providerId="AD" clId="Web-{DF20D4DC-B220-8156-1443-7FCAFBDE7404}" dt="2026-09-20T20:49:06.002" v="332" actId="20577"/>
      <pc:docMkLst>
        <pc:docMk/>
      </pc:docMkLst>
      <pc:sldChg chg="del">
        <pc:chgData name="Daniel TCHONANG" userId="S::daniel.tchonang@um6p.ma::bb32c9f8-2ea3-41de-a337-cbeb11aa35fc" providerId="AD" clId="Web-{DF20D4DC-B220-8156-1443-7FCAFBDE7404}" dt="2026-09-20T20:40:10.636" v="9"/>
        <pc:sldMkLst>
          <pc:docMk/>
          <pc:sldMk cId="1700104810" sldId="266"/>
        </pc:sldMkLst>
      </pc:sldChg>
      <pc:sldChg chg="del">
        <pc:chgData name="Daniel TCHONANG" userId="S::daniel.tchonang@um6p.ma::bb32c9f8-2ea3-41de-a337-cbeb11aa35fc" providerId="AD" clId="Web-{DF20D4DC-B220-8156-1443-7FCAFBDE7404}" dt="2026-09-20T20:39:04.116" v="1"/>
        <pc:sldMkLst>
          <pc:docMk/>
          <pc:sldMk cId="106129818" sldId="280"/>
        </pc:sldMkLst>
      </pc:sldChg>
      <pc:sldChg chg="modSp add ord">
        <pc:chgData name="Daniel TCHONANG" userId="S::daniel.tchonang@um6p.ma::bb32c9f8-2ea3-41de-a337-cbeb11aa35fc" providerId="AD" clId="Web-{DF20D4DC-B220-8156-1443-7FCAFBDE7404}" dt="2026-09-20T20:39:23.352" v="8" actId="20577"/>
        <pc:sldMkLst>
          <pc:docMk/>
          <pc:sldMk cId="2429014779" sldId="281"/>
        </pc:sldMkLst>
        <pc:spChg chg="mod">
          <ac:chgData name="Daniel TCHONANG" userId="S::daniel.tchonang@um6p.ma::bb32c9f8-2ea3-41de-a337-cbeb11aa35fc" providerId="AD" clId="Web-{DF20D4DC-B220-8156-1443-7FCAFBDE7404}" dt="2026-09-20T20:39:23.352" v="8" actId="20577"/>
          <ac:spMkLst>
            <pc:docMk/>
            <pc:sldMk cId="2429014779" sldId="281"/>
            <ac:spMk id="9" creationId="{00000000-0000-0000-0000-000000000000}"/>
          </ac:spMkLst>
        </pc:spChg>
      </pc:sldChg>
      <pc:sldChg chg="addSp delSp modSp new ord">
        <pc:chgData name="Daniel TCHONANG" userId="S::daniel.tchonang@um6p.ma::bb32c9f8-2ea3-41de-a337-cbeb11aa35fc" providerId="AD" clId="Web-{DF20D4DC-B220-8156-1443-7FCAFBDE7404}" dt="2026-09-20T20:43:10.743" v="152" actId="20577"/>
        <pc:sldMkLst>
          <pc:docMk/>
          <pc:sldMk cId="1213488285" sldId="282"/>
        </pc:sldMkLst>
        <pc:spChg chg="add del">
          <ac:chgData name="Daniel TCHONANG" userId="S::daniel.tchonang@um6p.ma::bb32c9f8-2ea3-41de-a337-cbeb11aa35fc" providerId="AD" clId="Web-{DF20D4DC-B220-8156-1443-7FCAFBDE7404}" dt="2026-09-20T20:40:51.233" v="13"/>
          <ac:spMkLst>
            <pc:docMk/>
            <pc:sldMk cId="1213488285" sldId="282"/>
            <ac:spMk id="2" creationId="{920F8177-FA55-155E-50C8-DB4E54DCF1F4}"/>
          </ac:spMkLst>
        </pc:spChg>
        <pc:spChg chg="add mod">
          <ac:chgData name="Daniel TCHONANG" userId="S::daniel.tchonang@um6p.ma::bb32c9f8-2ea3-41de-a337-cbeb11aa35fc" providerId="AD" clId="Web-{DF20D4DC-B220-8156-1443-7FCAFBDE7404}" dt="2026-09-20T20:43:10.743" v="152" actId="20577"/>
          <ac:spMkLst>
            <pc:docMk/>
            <pc:sldMk cId="1213488285" sldId="282"/>
            <ac:spMk id="3" creationId="{40AB4BF8-A104-1EF1-F23D-78B74B09E23A}"/>
          </ac:spMkLst>
        </pc:spChg>
      </pc:sldChg>
      <pc:sldChg chg="addSp modSp new ord">
        <pc:chgData name="Daniel TCHONANG" userId="S::daniel.tchonang@um6p.ma::bb32c9f8-2ea3-41de-a337-cbeb11aa35fc" providerId="AD" clId="Web-{DF20D4DC-B220-8156-1443-7FCAFBDE7404}" dt="2026-09-20T20:49:06.002" v="332" actId="20577"/>
        <pc:sldMkLst>
          <pc:docMk/>
          <pc:sldMk cId="3591405813" sldId="283"/>
        </pc:sldMkLst>
        <pc:spChg chg="add mod">
          <ac:chgData name="Daniel TCHONANG" userId="S::daniel.tchonang@um6p.ma::bb32c9f8-2ea3-41de-a337-cbeb11aa35fc" providerId="AD" clId="Web-{DF20D4DC-B220-8156-1443-7FCAFBDE7404}" dt="2026-09-20T20:49:06.002" v="332" actId="20577"/>
          <ac:spMkLst>
            <pc:docMk/>
            <pc:sldMk cId="3591405813" sldId="283"/>
            <ac:spMk id="2" creationId="{AA7D92A2-42DA-010B-7F4E-69610A3EEBFA}"/>
          </ac:spMkLst>
        </pc:spChg>
      </pc:sldChg>
      <pc:sldMasterChg chg="addSldLayout">
        <pc:chgData name="Daniel TCHONANG" userId="S::daniel.tchonang@um6p.ma::bb32c9f8-2ea3-41de-a337-cbeb11aa35fc" providerId="AD" clId="Web-{DF20D4DC-B220-8156-1443-7FCAFBDE7404}" dt="2026-09-20T20:39:00.319" v="0"/>
        <pc:sldMasterMkLst>
          <pc:docMk/>
          <pc:sldMasterMk cId="312464092" sldId="2147483648"/>
        </pc:sldMasterMkLst>
        <pc:sldLayoutChg chg="add">
          <pc:chgData name="Daniel TCHONANG" userId="S::daniel.tchonang@um6p.ma::bb32c9f8-2ea3-41de-a337-cbeb11aa35fc" providerId="AD" clId="Web-{DF20D4DC-B220-8156-1443-7FCAFBDE7404}" dt="2026-09-20T20:39:00.319" v="0"/>
          <pc:sldLayoutMkLst>
            <pc:docMk/>
            <pc:sldMasterMk cId="312464092" sldId="2147483648"/>
            <pc:sldLayoutMk cId="1122392438" sldId="2147483660"/>
          </pc:sldLayoutMkLst>
        </pc:sldLayoutChg>
      </pc:sldMasterChg>
    </pc:docChg>
  </pc:docChgLst>
  <pc:docChgLst>
    <pc:chgData clId="Web-{46EC7375-C9CE-F41B-4EF1-2D7D32B1972F}"/>
    <pc:docChg chg="modSld">
      <pc:chgData name="" userId="" providerId="" clId="Web-{46EC7375-C9CE-F41B-4EF1-2D7D32B1972F}" dt="2026-09-20T13:58:18.435" v="0" actId="1076"/>
      <pc:docMkLst>
        <pc:docMk/>
      </pc:docMkLst>
      <pc:sldChg chg="modSp">
        <pc:chgData name="" userId="" providerId="" clId="Web-{46EC7375-C9CE-F41B-4EF1-2D7D32B1972F}" dt="2026-09-20T13:58:18.435" v="0" actId="1076"/>
        <pc:sldMkLst>
          <pc:docMk/>
          <pc:sldMk cId="507804713" sldId="262"/>
        </pc:sldMkLst>
        <pc:picChg chg="mod">
          <ac:chgData name="" userId="" providerId="" clId="Web-{46EC7375-C9CE-F41B-4EF1-2D7D32B1972F}" dt="2026-09-20T13:58:18.435" v="0" actId="1076"/>
          <ac:picMkLst>
            <pc:docMk/>
            <pc:sldMk cId="507804713" sldId="262"/>
            <ac:picMk id="3" creationId="{B6C5D62C-BD7D-E2E5-7CB9-1FE792CE973A}"/>
          </ac:picMkLst>
        </pc:picChg>
      </pc:sldChg>
    </pc:docChg>
  </pc:docChgLst>
  <pc:docChgLst>
    <pc:chgData name="Daniel TCHONANG" userId="S::daniel.tchonang@um6p.ma::bb32c9f8-2ea3-41de-a337-cbeb11aa35fc" providerId="AD" clId="Web-{3CAC1370-B94D-9EE3-9319-1AA67DC45B0F}"/>
    <pc:docChg chg="addSld modSld sldOrd modSection">
      <pc:chgData name="Daniel TCHONANG" userId="S::daniel.tchonang@um6p.ma::bb32c9f8-2ea3-41de-a337-cbeb11aa35fc" providerId="AD" clId="Web-{3CAC1370-B94D-9EE3-9319-1AA67DC45B0F}" dt="2026-09-20T20:36:14.028" v="238"/>
      <pc:docMkLst>
        <pc:docMk/>
      </pc:docMkLst>
      <pc:sldChg chg="addSp delSp modSp">
        <pc:chgData name="Daniel TCHONANG" userId="S::daniel.tchonang@um6p.ma::bb32c9f8-2ea3-41de-a337-cbeb11aa35fc" providerId="AD" clId="Web-{3CAC1370-B94D-9EE3-9319-1AA67DC45B0F}" dt="2026-09-20T20:25:57.855" v="165" actId="14100"/>
        <pc:sldMkLst>
          <pc:docMk/>
          <pc:sldMk cId="1261934405" sldId="256"/>
        </pc:sldMkLst>
        <pc:spChg chg="add del">
          <ac:chgData name="Daniel TCHONANG" userId="S::daniel.tchonang@um6p.ma::bb32c9f8-2ea3-41de-a337-cbeb11aa35fc" providerId="AD" clId="Web-{3CAC1370-B94D-9EE3-9319-1AA67DC45B0F}" dt="2026-09-20T20:11:07.595" v="1"/>
          <ac:spMkLst>
            <pc:docMk/>
            <pc:sldMk cId="1261934405" sldId="256"/>
            <ac:spMk id="2" creationId="{F88BBDDF-C876-D29C-0D76-0F181DA6A842}"/>
          </ac:spMkLst>
        </pc:spChg>
        <pc:spChg chg="add mod">
          <ac:chgData name="Daniel TCHONANG" userId="S::daniel.tchonang@um6p.ma::bb32c9f8-2ea3-41de-a337-cbeb11aa35fc" providerId="AD" clId="Web-{3CAC1370-B94D-9EE3-9319-1AA67DC45B0F}" dt="2026-09-20T20:23:12.178" v="147" actId="1076"/>
          <ac:spMkLst>
            <pc:docMk/>
            <pc:sldMk cId="1261934405" sldId="256"/>
            <ac:spMk id="3" creationId="{6A8A91D1-3DA6-DF32-D650-FB70F6C3B080}"/>
          </ac:spMkLst>
        </pc:spChg>
        <pc:picChg chg="mod">
          <ac:chgData name="Daniel TCHONANG" userId="S::daniel.tchonang@um6p.ma::bb32c9f8-2ea3-41de-a337-cbeb11aa35fc" providerId="AD" clId="Web-{3CAC1370-B94D-9EE3-9319-1AA67DC45B0F}" dt="2026-09-20T20:25:57.855" v="165" actId="14100"/>
          <ac:picMkLst>
            <pc:docMk/>
            <pc:sldMk cId="1261934405" sldId="256"/>
            <ac:picMk id="11" creationId="{009ADBA8-A932-82BE-223C-548304CFDAD2}"/>
          </ac:picMkLst>
        </pc:picChg>
      </pc:sldChg>
      <pc:sldChg chg="addSp modSp">
        <pc:chgData name="Daniel TCHONANG" userId="S::daniel.tchonang@um6p.ma::bb32c9f8-2ea3-41de-a337-cbeb11aa35fc" providerId="AD" clId="Web-{3CAC1370-B94D-9EE3-9319-1AA67DC45B0F}" dt="2026-09-20T20:26:04.370" v="166" actId="14100"/>
        <pc:sldMkLst>
          <pc:docMk/>
          <pc:sldMk cId="288419093" sldId="257"/>
        </pc:sldMkLst>
        <pc:spChg chg="add mod">
          <ac:chgData name="Daniel TCHONANG" userId="S::daniel.tchonang@um6p.ma::bb32c9f8-2ea3-41de-a337-cbeb11aa35fc" providerId="AD" clId="Web-{3CAC1370-B94D-9EE3-9319-1AA67DC45B0F}" dt="2026-09-20T20:23:24.459" v="148" actId="1076"/>
          <ac:spMkLst>
            <pc:docMk/>
            <pc:sldMk cId="288419093" sldId="257"/>
            <ac:spMk id="3" creationId="{40437D67-0770-266A-9F22-3820B961F8D8}"/>
          </ac:spMkLst>
        </pc:spChg>
        <pc:picChg chg="mod">
          <ac:chgData name="Daniel TCHONANG" userId="S::daniel.tchonang@um6p.ma::bb32c9f8-2ea3-41de-a337-cbeb11aa35fc" providerId="AD" clId="Web-{3CAC1370-B94D-9EE3-9319-1AA67DC45B0F}" dt="2026-09-20T20:26:04.370" v="166" actId="14100"/>
          <ac:picMkLst>
            <pc:docMk/>
            <pc:sldMk cId="288419093" sldId="257"/>
            <ac:picMk id="5" creationId="{45D520CF-20F7-7FD4-C4BC-80728478C36C}"/>
          </ac:picMkLst>
        </pc:picChg>
      </pc:sldChg>
      <pc:sldChg chg="addSp modSp">
        <pc:chgData name="Daniel TCHONANG" userId="S::daniel.tchonang@um6p.ma::bb32c9f8-2ea3-41de-a337-cbeb11aa35fc" providerId="AD" clId="Web-{3CAC1370-B94D-9EE3-9319-1AA67DC45B0F}" dt="2026-09-20T20:23:30.194" v="149" actId="1076"/>
        <pc:sldMkLst>
          <pc:docMk/>
          <pc:sldMk cId="2750265641" sldId="258"/>
        </pc:sldMkLst>
        <pc:spChg chg="add mod">
          <ac:chgData name="Daniel TCHONANG" userId="S::daniel.tchonang@um6p.ma::bb32c9f8-2ea3-41de-a337-cbeb11aa35fc" providerId="AD" clId="Web-{3CAC1370-B94D-9EE3-9319-1AA67DC45B0F}" dt="2026-09-20T20:23:30.194" v="149" actId="1076"/>
          <ac:spMkLst>
            <pc:docMk/>
            <pc:sldMk cId="2750265641" sldId="258"/>
            <ac:spMk id="3" creationId="{8D6589DF-64A7-27D2-2288-FAD3FDB1D509}"/>
          </ac:spMkLst>
        </pc:spChg>
      </pc:sldChg>
      <pc:sldChg chg="addSp modSp">
        <pc:chgData name="Daniel TCHONANG" userId="S::daniel.tchonang@um6p.ma::bb32c9f8-2ea3-41de-a337-cbeb11aa35fc" providerId="AD" clId="Web-{3CAC1370-B94D-9EE3-9319-1AA67DC45B0F}" dt="2026-09-20T20:23:55.117" v="153" actId="1076"/>
        <pc:sldMkLst>
          <pc:docMk/>
          <pc:sldMk cId="3882357896" sldId="259"/>
        </pc:sldMkLst>
        <pc:spChg chg="add mod">
          <ac:chgData name="Daniel TCHONANG" userId="S::daniel.tchonang@um6p.ma::bb32c9f8-2ea3-41de-a337-cbeb11aa35fc" providerId="AD" clId="Web-{3CAC1370-B94D-9EE3-9319-1AA67DC45B0F}" dt="2026-09-20T20:23:55.117" v="153" actId="1076"/>
          <ac:spMkLst>
            <pc:docMk/>
            <pc:sldMk cId="3882357896" sldId="259"/>
            <ac:spMk id="4" creationId="{94D68A86-E5AD-5C33-2144-36065F0DB15E}"/>
          </ac:spMkLst>
        </pc:spChg>
      </pc:sldChg>
      <pc:sldChg chg="addSp modSp">
        <pc:chgData name="Daniel TCHONANG" userId="S::daniel.tchonang@um6p.ma::bb32c9f8-2ea3-41de-a337-cbeb11aa35fc" providerId="AD" clId="Web-{3CAC1370-B94D-9EE3-9319-1AA67DC45B0F}" dt="2026-09-20T20:24:01.554" v="154" actId="1076"/>
        <pc:sldMkLst>
          <pc:docMk/>
          <pc:sldMk cId="1529252070" sldId="260"/>
        </pc:sldMkLst>
        <pc:spChg chg="add mod">
          <ac:chgData name="Daniel TCHONANG" userId="S::daniel.tchonang@um6p.ma::bb32c9f8-2ea3-41de-a337-cbeb11aa35fc" providerId="AD" clId="Web-{3CAC1370-B94D-9EE3-9319-1AA67DC45B0F}" dt="2026-09-20T20:24:01.554" v="154" actId="1076"/>
          <ac:spMkLst>
            <pc:docMk/>
            <pc:sldMk cId="1529252070" sldId="260"/>
            <ac:spMk id="4" creationId="{63F6B0A0-D3DE-BAF8-D580-5193EC9385BB}"/>
          </ac:spMkLst>
        </pc:spChg>
      </pc:sldChg>
      <pc:sldChg chg="addSp modSp">
        <pc:chgData name="Daniel TCHONANG" userId="S::daniel.tchonang@um6p.ma::bb32c9f8-2ea3-41de-a337-cbeb11aa35fc" providerId="AD" clId="Web-{3CAC1370-B94D-9EE3-9319-1AA67DC45B0F}" dt="2026-09-20T20:24:08.586" v="156" actId="1076"/>
        <pc:sldMkLst>
          <pc:docMk/>
          <pc:sldMk cId="2445382775" sldId="261"/>
        </pc:sldMkLst>
        <pc:spChg chg="add mod">
          <ac:chgData name="Daniel TCHONANG" userId="S::daniel.tchonang@um6p.ma::bb32c9f8-2ea3-41de-a337-cbeb11aa35fc" providerId="AD" clId="Web-{3CAC1370-B94D-9EE3-9319-1AA67DC45B0F}" dt="2026-09-20T20:24:08.586" v="156" actId="1076"/>
          <ac:spMkLst>
            <pc:docMk/>
            <pc:sldMk cId="2445382775" sldId="261"/>
            <ac:spMk id="4" creationId="{069FBD28-B622-3C1F-CB1B-83E2F28E0DD5}"/>
          </ac:spMkLst>
        </pc:spChg>
      </pc:sldChg>
      <pc:sldChg chg="addSp modSp">
        <pc:chgData name="Daniel TCHONANG" userId="S::daniel.tchonang@um6p.ma::bb32c9f8-2ea3-41de-a337-cbeb11aa35fc" providerId="AD" clId="Web-{3CAC1370-B94D-9EE3-9319-1AA67DC45B0F}" dt="2026-09-20T20:26:19.637" v="168" actId="1076"/>
        <pc:sldMkLst>
          <pc:docMk/>
          <pc:sldMk cId="507804713" sldId="262"/>
        </pc:sldMkLst>
        <pc:spChg chg="add mod">
          <ac:chgData name="Daniel TCHONANG" userId="S::daniel.tchonang@um6p.ma::bb32c9f8-2ea3-41de-a337-cbeb11aa35fc" providerId="AD" clId="Web-{3CAC1370-B94D-9EE3-9319-1AA67DC45B0F}" dt="2026-09-20T20:24:35.258" v="158" actId="1076"/>
          <ac:spMkLst>
            <pc:docMk/>
            <pc:sldMk cId="507804713" sldId="262"/>
            <ac:spMk id="4" creationId="{8D3BBF07-9755-4EB8-6CFF-5120F5583A01}"/>
          </ac:spMkLst>
        </pc:spChg>
        <pc:picChg chg="mod">
          <ac:chgData name="Daniel TCHONANG" userId="S::daniel.tchonang@um6p.ma::bb32c9f8-2ea3-41de-a337-cbeb11aa35fc" providerId="AD" clId="Web-{3CAC1370-B94D-9EE3-9319-1AA67DC45B0F}" dt="2026-09-20T20:26:19.637" v="168" actId="1076"/>
          <ac:picMkLst>
            <pc:docMk/>
            <pc:sldMk cId="507804713" sldId="262"/>
            <ac:picMk id="3" creationId="{B6C5D62C-BD7D-E2E5-7CB9-1FE792CE973A}"/>
          </ac:picMkLst>
        </pc:picChg>
      </pc:sldChg>
      <pc:sldChg chg="addSp modSp">
        <pc:chgData name="Daniel TCHONANG" userId="S::daniel.tchonang@um6p.ma::bb32c9f8-2ea3-41de-a337-cbeb11aa35fc" providerId="AD" clId="Web-{3CAC1370-B94D-9EE3-9319-1AA67DC45B0F}" dt="2026-09-20T20:26:32.684" v="170" actId="1076"/>
        <pc:sldMkLst>
          <pc:docMk/>
          <pc:sldMk cId="2794898152" sldId="263"/>
        </pc:sldMkLst>
        <pc:spChg chg="add mod">
          <ac:chgData name="Daniel TCHONANG" userId="S::daniel.tchonang@um6p.ma::bb32c9f8-2ea3-41de-a337-cbeb11aa35fc" providerId="AD" clId="Web-{3CAC1370-B94D-9EE3-9319-1AA67DC45B0F}" dt="2026-09-20T20:25:09.541" v="160" actId="1076"/>
          <ac:spMkLst>
            <pc:docMk/>
            <pc:sldMk cId="2794898152" sldId="263"/>
            <ac:spMk id="3" creationId="{629C1EDB-A06C-40EB-824E-DC75B6006055}"/>
          </ac:spMkLst>
        </pc:spChg>
        <pc:picChg chg="mod">
          <ac:chgData name="Daniel TCHONANG" userId="S::daniel.tchonang@um6p.ma::bb32c9f8-2ea3-41de-a337-cbeb11aa35fc" providerId="AD" clId="Web-{3CAC1370-B94D-9EE3-9319-1AA67DC45B0F}" dt="2026-09-20T20:26:32.684" v="170" actId="1076"/>
          <ac:picMkLst>
            <pc:docMk/>
            <pc:sldMk cId="2794898152" sldId="263"/>
            <ac:picMk id="5" creationId="{7E76ACB1-D375-BB99-BEA3-16D19CA1CD20}"/>
          </ac:picMkLst>
        </pc:picChg>
      </pc:sldChg>
      <pc:sldChg chg="addSp modSp">
        <pc:chgData name="Daniel TCHONANG" userId="S::daniel.tchonang@um6p.ma::bb32c9f8-2ea3-41de-a337-cbeb11aa35fc" providerId="AD" clId="Web-{3CAC1370-B94D-9EE3-9319-1AA67DC45B0F}" dt="2026-09-20T20:25:29.260" v="163" actId="1076"/>
        <pc:sldMkLst>
          <pc:docMk/>
          <pc:sldMk cId="1043352563" sldId="264"/>
        </pc:sldMkLst>
        <pc:spChg chg="add mod">
          <ac:chgData name="Daniel TCHONANG" userId="S::daniel.tchonang@um6p.ma::bb32c9f8-2ea3-41de-a337-cbeb11aa35fc" providerId="AD" clId="Web-{3CAC1370-B94D-9EE3-9319-1AA67DC45B0F}" dt="2026-09-20T20:25:29.260" v="163" actId="1076"/>
          <ac:spMkLst>
            <pc:docMk/>
            <pc:sldMk cId="1043352563" sldId="264"/>
            <ac:spMk id="3" creationId="{64A4B073-3B15-505C-5494-67913AB49744}"/>
          </ac:spMkLst>
        </pc:spChg>
      </pc:sldChg>
      <pc:sldChg chg="addSp modSp">
        <pc:chgData name="Daniel TCHONANG" userId="S::daniel.tchonang@um6p.ma::bb32c9f8-2ea3-41de-a337-cbeb11aa35fc" providerId="AD" clId="Web-{3CAC1370-B94D-9EE3-9319-1AA67DC45B0F}" dt="2026-09-20T20:25:44.401" v="164" actId="1076"/>
        <pc:sldMkLst>
          <pc:docMk/>
          <pc:sldMk cId="4100302137" sldId="265"/>
        </pc:sldMkLst>
        <pc:spChg chg="add mod">
          <ac:chgData name="Daniel TCHONANG" userId="S::daniel.tchonang@um6p.ma::bb32c9f8-2ea3-41de-a337-cbeb11aa35fc" providerId="AD" clId="Web-{3CAC1370-B94D-9EE3-9319-1AA67DC45B0F}" dt="2026-09-20T20:25:44.401" v="164" actId="1076"/>
          <ac:spMkLst>
            <pc:docMk/>
            <pc:sldMk cId="4100302137" sldId="265"/>
            <ac:spMk id="3" creationId="{B85207CA-442C-FDFB-8CC9-295D772C70A0}"/>
          </ac:spMkLst>
        </pc:spChg>
      </pc:sldChg>
      <pc:sldChg chg="addSp modSp">
        <pc:chgData name="Daniel TCHONANG" userId="S::daniel.tchonang@um6p.ma::bb32c9f8-2ea3-41de-a337-cbeb11aa35fc" providerId="AD" clId="Web-{3CAC1370-B94D-9EE3-9319-1AA67DC45B0F}" dt="2026-09-20T20:26:52.763" v="172" actId="14100"/>
        <pc:sldMkLst>
          <pc:docMk/>
          <pc:sldMk cId="3281429689" sldId="267"/>
        </pc:sldMkLst>
        <pc:spChg chg="add">
          <ac:chgData name="Daniel TCHONANG" userId="S::daniel.tchonang@um6p.ma::bb32c9f8-2ea3-41de-a337-cbeb11aa35fc" providerId="AD" clId="Web-{3CAC1370-B94D-9EE3-9319-1AA67DC45B0F}" dt="2026-09-20T20:17:48.231" v="85"/>
          <ac:spMkLst>
            <pc:docMk/>
            <pc:sldMk cId="3281429689" sldId="267"/>
            <ac:spMk id="4" creationId="{175C0AC7-00C0-DB3B-C643-C98452E19704}"/>
          </ac:spMkLst>
        </pc:spChg>
        <pc:picChg chg="mod">
          <ac:chgData name="Daniel TCHONANG" userId="S::daniel.tchonang@um6p.ma::bb32c9f8-2ea3-41de-a337-cbeb11aa35fc" providerId="AD" clId="Web-{3CAC1370-B94D-9EE3-9319-1AA67DC45B0F}" dt="2026-09-20T20:26:52.763" v="172" actId="14100"/>
          <ac:picMkLst>
            <pc:docMk/>
            <pc:sldMk cId="3281429689" sldId="267"/>
            <ac:picMk id="3" creationId="{5D657440-D9D6-201E-C05F-274B8E983650}"/>
          </ac:picMkLst>
        </pc:picChg>
      </pc:sldChg>
      <pc:sldChg chg="addSp modSp">
        <pc:chgData name="Daniel TCHONANG" userId="S::daniel.tchonang@um6p.ma::bb32c9f8-2ea3-41de-a337-cbeb11aa35fc" providerId="AD" clId="Web-{3CAC1370-B94D-9EE3-9319-1AA67DC45B0F}" dt="2026-09-20T20:27:18.779" v="178" actId="1076"/>
        <pc:sldMkLst>
          <pc:docMk/>
          <pc:sldMk cId="1860055053" sldId="268"/>
        </pc:sldMkLst>
        <pc:spChg chg="add mod">
          <ac:chgData name="Daniel TCHONANG" userId="S::daniel.tchonang@um6p.ma::bb32c9f8-2ea3-41de-a337-cbeb11aa35fc" providerId="AD" clId="Web-{3CAC1370-B94D-9EE3-9319-1AA67DC45B0F}" dt="2026-09-20T20:27:08.075" v="175" actId="1076"/>
          <ac:spMkLst>
            <pc:docMk/>
            <pc:sldMk cId="1860055053" sldId="268"/>
            <ac:spMk id="4" creationId="{FE039749-F03A-6EF6-D7D5-E950F82CED26}"/>
          </ac:spMkLst>
        </pc:spChg>
        <pc:picChg chg="mod">
          <ac:chgData name="Daniel TCHONANG" userId="S::daniel.tchonang@um6p.ma::bb32c9f8-2ea3-41de-a337-cbeb11aa35fc" providerId="AD" clId="Web-{3CAC1370-B94D-9EE3-9319-1AA67DC45B0F}" dt="2026-09-20T20:27:18.779" v="178" actId="1076"/>
          <ac:picMkLst>
            <pc:docMk/>
            <pc:sldMk cId="1860055053" sldId="268"/>
            <ac:picMk id="3" creationId="{FB671DA9-737A-7EF3-2780-BE4F26021BCC}"/>
          </ac:picMkLst>
        </pc:picChg>
      </pc:sldChg>
      <pc:sldChg chg="addSp modSp">
        <pc:chgData name="Daniel TCHONANG" userId="S::daniel.tchonang@um6p.ma::bb32c9f8-2ea3-41de-a337-cbeb11aa35fc" providerId="AD" clId="Web-{3CAC1370-B94D-9EE3-9319-1AA67DC45B0F}" dt="2026-09-20T20:27:48.592" v="185" actId="14100"/>
        <pc:sldMkLst>
          <pc:docMk/>
          <pc:sldMk cId="3265380570" sldId="269"/>
        </pc:sldMkLst>
        <pc:spChg chg="add mod">
          <ac:chgData name="Daniel TCHONANG" userId="S::daniel.tchonang@um6p.ma::bb32c9f8-2ea3-41de-a337-cbeb11aa35fc" providerId="AD" clId="Web-{3CAC1370-B94D-9EE3-9319-1AA67DC45B0F}" dt="2026-09-20T20:27:30.826" v="181" actId="1076"/>
          <ac:spMkLst>
            <pc:docMk/>
            <pc:sldMk cId="3265380570" sldId="269"/>
            <ac:spMk id="4" creationId="{2B37EC16-EF1E-8770-BD1E-AE5EFC25C73B}"/>
          </ac:spMkLst>
        </pc:spChg>
        <pc:picChg chg="mod">
          <ac:chgData name="Daniel TCHONANG" userId="S::daniel.tchonang@um6p.ma::bb32c9f8-2ea3-41de-a337-cbeb11aa35fc" providerId="AD" clId="Web-{3CAC1370-B94D-9EE3-9319-1AA67DC45B0F}" dt="2026-09-20T20:27:48.592" v="185" actId="14100"/>
          <ac:picMkLst>
            <pc:docMk/>
            <pc:sldMk cId="3265380570" sldId="269"/>
            <ac:picMk id="3" creationId="{FF767F6E-AF7B-3A17-78F9-2B76D04D27BF}"/>
          </ac:picMkLst>
        </pc:picChg>
      </pc:sldChg>
      <pc:sldChg chg="addSp modSp">
        <pc:chgData name="Daniel TCHONANG" userId="S::daniel.tchonang@um6p.ma::bb32c9f8-2ea3-41de-a337-cbeb11aa35fc" providerId="AD" clId="Web-{3CAC1370-B94D-9EE3-9319-1AA67DC45B0F}" dt="2026-09-20T20:28:06.733" v="190" actId="1076"/>
        <pc:sldMkLst>
          <pc:docMk/>
          <pc:sldMk cId="239262876" sldId="270"/>
        </pc:sldMkLst>
        <pc:spChg chg="add mod">
          <ac:chgData name="Daniel TCHONANG" userId="S::daniel.tchonang@um6p.ma::bb32c9f8-2ea3-41de-a337-cbeb11aa35fc" providerId="AD" clId="Web-{3CAC1370-B94D-9EE3-9319-1AA67DC45B0F}" dt="2026-09-20T20:27:56.546" v="187" actId="1076"/>
          <ac:spMkLst>
            <pc:docMk/>
            <pc:sldMk cId="239262876" sldId="270"/>
            <ac:spMk id="4" creationId="{0CE9AE9D-172A-E316-69D1-58A8F6864840}"/>
          </ac:spMkLst>
        </pc:spChg>
        <pc:picChg chg="mod">
          <ac:chgData name="Daniel TCHONANG" userId="S::daniel.tchonang@um6p.ma::bb32c9f8-2ea3-41de-a337-cbeb11aa35fc" providerId="AD" clId="Web-{3CAC1370-B94D-9EE3-9319-1AA67DC45B0F}" dt="2026-09-20T20:28:06.733" v="190" actId="1076"/>
          <ac:picMkLst>
            <pc:docMk/>
            <pc:sldMk cId="239262876" sldId="270"/>
            <ac:picMk id="3" creationId="{61CA8C9C-492A-4932-66C7-52A2BBFB3417}"/>
          </ac:picMkLst>
        </pc:picChg>
      </pc:sldChg>
      <pc:sldChg chg="addSp modSp">
        <pc:chgData name="Daniel TCHONANG" userId="S::daniel.tchonang@um6p.ma::bb32c9f8-2ea3-41de-a337-cbeb11aa35fc" providerId="AD" clId="Web-{3CAC1370-B94D-9EE3-9319-1AA67DC45B0F}" dt="2026-09-20T20:28:38.828" v="194" actId="14100"/>
        <pc:sldMkLst>
          <pc:docMk/>
          <pc:sldMk cId="504358701" sldId="271"/>
        </pc:sldMkLst>
        <pc:spChg chg="add mod">
          <ac:chgData name="Daniel TCHONANG" userId="S::daniel.tchonang@um6p.ma::bb32c9f8-2ea3-41de-a337-cbeb11aa35fc" providerId="AD" clId="Web-{3CAC1370-B94D-9EE3-9319-1AA67DC45B0F}" dt="2026-09-20T20:28:30.984" v="192" actId="1076"/>
          <ac:spMkLst>
            <pc:docMk/>
            <pc:sldMk cId="504358701" sldId="271"/>
            <ac:spMk id="3" creationId="{A12D83E4-EF73-0DAF-1456-B00F3AE8A3FD}"/>
          </ac:spMkLst>
        </pc:spChg>
        <pc:picChg chg="mod">
          <ac:chgData name="Daniel TCHONANG" userId="S::daniel.tchonang@um6p.ma::bb32c9f8-2ea3-41de-a337-cbeb11aa35fc" providerId="AD" clId="Web-{3CAC1370-B94D-9EE3-9319-1AA67DC45B0F}" dt="2026-09-20T20:28:38.828" v="194" actId="14100"/>
          <ac:picMkLst>
            <pc:docMk/>
            <pc:sldMk cId="504358701" sldId="271"/>
            <ac:picMk id="5" creationId="{7B6A7CED-DA0A-0171-E6D8-1F6D00CC087E}"/>
          </ac:picMkLst>
        </pc:picChg>
      </pc:sldChg>
      <pc:sldChg chg="addSp modSp">
        <pc:chgData name="Daniel TCHONANG" userId="S::daniel.tchonang@um6p.ma::bb32c9f8-2ea3-41de-a337-cbeb11aa35fc" providerId="AD" clId="Web-{3CAC1370-B94D-9EE3-9319-1AA67DC45B0F}" dt="2026-09-20T20:28:50.719" v="196" actId="1076"/>
        <pc:sldMkLst>
          <pc:docMk/>
          <pc:sldMk cId="1172395134" sldId="272"/>
        </pc:sldMkLst>
        <pc:spChg chg="add mod">
          <ac:chgData name="Daniel TCHONANG" userId="S::daniel.tchonang@um6p.ma::bb32c9f8-2ea3-41de-a337-cbeb11aa35fc" providerId="AD" clId="Web-{3CAC1370-B94D-9EE3-9319-1AA67DC45B0F}" dt="2026-09-20T20:28:50.719" v="196" actId="1076"/>
          <ac:spMkLst>
            <pc:docMk/>
            <pc:sldMk cId="1172395134" sldId="272"/>
            <ac:spMk id="4" creationId="{725D70D3-9194-6A42-795A-BC6F7F2754D0}"/>
          </ac:spMkLst>
        </pc:spChg>
      </pc:sldChg>
      <pc:sldChg chg="addSp modSp">
        <pc:chgData name="Daniel TCHONANG" userId="S::daniel.tchonang@um6p.ma::bb32c9f8-2ea3-41de-a337-cbeb11aa35fc" providerId="AD" clId="Web-{3CAC1370-B94D-9EE3-9319-1AA67DC45B0F}" dt="2026-09-20T20:29:20.970" v="200" actId="14100"/>
        <pc:sldMkLst>
          <pc:docMk/>
          <pc:sldMk cId="3207576603" sldId="273"/>
        </pc:sldMkLst>
        <pc:spChg chg="add mod">
          <ac:chgData name="Daniel TCHONANG" userId="S::daniel.tchonang@um6p.ma::bb32c9f8-2ea3-41de-a337-cbeb11aa35fc" providerId="AD" clId="Web-{3CAC1370-B94D-9EE3-9319-1AA67DC45B0F}" dt="2026-09-20T20:29:12.126" v="198" actId="1076"/>
          <ac:spMkLst>
            <pc:docMk/>
            <pc:sldMk cId="3207576603" sldId="273"/>
            <ac:spMk id="4" creationId="{2C665AEB-B83A-E219-E039-1786030196B8}"/>
          </ac:spMkLst>
        </pc:spChg>
        <pc:picChg chg="mod">
          <ac:chgData name="Daniel TCHONANG" userId="S::daniel.tchonang@um6p.ma::bb32c9f8-2ea3-41de-a337-cbeb11aa35fc" providerId="AD" clId="Web-{3CAC1370-B94D-9EE3-9319-1AA67DC45B0F}" dt="2026-09-20T20:29:20.970" v="200" actId="14100"/>
          <ac:picMkLst>
            <pc:docMk/>
            <pc:sldMk cId="3207576603" sldId="273"/>
            <ac:picMk id="3" creationId="{16E16484-F787-C30B-83FB-3093807BB984}"/>
          </ac:picMkLst>
        </pc:picChg>
      </pc:sldChg>
      <pc:sldChg chg="addSp modSp">
        <pc:chgData name="Daniel TCHONANG" userId="S::daniel.tchonang@um6p.ma::bb32c9f8-2ea3-41de-a337-cbeb11aa35fc" providerId="AD" clId="Web-{3CAC1370-B94D-9EE3-9319-1AA67DC45B0F}" dt="2026-09-20T20:29:41.095" v="204" actId="14100"/>
        <pc:sldMkLst>
          <pc:docMk/>
          <pc:sldMk cId="3840634324" sldId="274"/>
        </pc:sldMkLst>
        <pc:spChg chg="add mod">
          <ac:chgData name="Daniel TCHONANG" userId="S::daniel.tchonang@um6p.ma::bb32c9f8-2ea3-41de-a337-cbeb11aa35fc" providerId="AD" clId="Web-{3CAC1370-B94D-9EE3-9319-1AA67DC45B0F}" dt="2026-09-20T20:29:32.720" v="202" actId="1076"/>
          <ac:spMkLst>
            <pc:docMk/>
            <pc:sldMk cId="3840634324" sldId="274"/>
            <ac:spMk id="4" creationId="{C2711805-ADE8-99B6-DED4-F0340AA2A914}"/>
          </ac:spMkLst>
        </pc:spChg>
        <pc:picChg chg="mod">
          <ac:chgData name="Daniel TCHONANG" userId="S::daniel.tchonang@um6p.ma::bb32c9f8-2ea3-41de-a337-cbeb11aa35fc" providerId="AD" clId="Web-{3CAC1370-B94D-9EE3-9319-1AA67DC45B0F}" dt="2026-09-20T20:29:41.095" v="204" actId="14100"/>
          <ac:picMkLst>
            <pc:docMk/>
            <pc:sldMk cId="3840634324" sldId="274"/>
            <ac:picMk id="3" creationId="{ADFCE633-8EFE-B359-8271-918080903183}"/>
          </ac:picMkLst>
        </pc:picChg>
      </pc:sldChg>
      <pc:sldChg chg="addSp modSp">
        <pc:chgData name="Daniel TCHONANG" userId="S::daniel.tchonang@um6p.ma::bb32c9f8-2ea3-41de-a337-cbeb11aa35fc" providerId="AD" clId="Web-{3CAC1370-B94D-9EE3-9319-1AA67DC45B0F}" dt="2026-09-20T20:30:36.753" v="213"/>
        <pc:sldMkLst>
          <pc:docMk/>
          <pc:sldMk cId="2213851794" sldId="275"/>
        </pc:sldMkLst>
        <pc:spChg chg="add mod">
          <ac:chgData name="Daniel TCHONANG" userId="S::daniel.tchonang@um6p.ma::bb32c9f8-2ea3-41de-a337-cbeb11aa35fc" providerId="AD" clId="Web-{3CAC1370-B94D-9EE3-9319-1AA67DC45B0F}" dt="2026-09-20T20:30:36.753" v="213"/>
          <ac:spMkLst>
            <pc:docMk/>
            <pc:sldMk cId="2213851794" sldId="275"/>
            <ac:spMk id="4" creationId="{E910182A-EAF0-CACD-349F-AA425F9ACAF6}"/>
          </ac:spMkLst>
        </pc:spChg>
        <pc:picChg chg="mod">
          <ac:chgData name="Daniel TCHONANG" userId="S::daniel.tchonang@um6p.ma::bb32c9f8-2ea3-41de-a337-cbeb11aa35fc" providerId="AD" clId="Web-{3CAC1370-B94D-9EE3-9319-1AA67DC45B0F}" dt="2026-09-20T20:30:16.018" v="211" actId="1076"/>
          <ac:picMkLst>
            <pc:docMk/>
            <pc:sldMk cId="2213851794" sldId="275"/>
            <ac:picMk id="3" creationId="{38F76BCD-896B-9A2C-C127-0146F6CE63BE}"/>
          </ac:picMkLst>
        </pc:picChg>
      </pc:sldChg>
      <pc:sldChg chg="addSp modSp ord">
        <pc:chgData name="Daniel TCHONANG" userId="S::daniel.tchonang@um6p.ma::bb32c9f8-2ea3-41de-a337-cbeb11aa35fc" providerId="AD" clId="Web-{3CAC1370-B94D-9EE3-9319-1AA67DC45B0F}" dt="2026-09-20T20:31:00.426" v="217" actId="1076"/>
        <pc:sldMkLst>
          <pc:docMk/>
          <pc:sldMk cId="1255493996" sldId="276"/>
        </pc:sldMkLst>
        <pc:spChg chg="add mod">
          <ac:chgData name="Daniel TCHONANG" userId="S::daniel.tchonang@um6p.ma::bb32c9f8-2ea3-41de-a337-cbeb11aa35fc" providerId="AD" clId="Web-{3CAC1370-B94D-9EE3-9319-1AA67DC45B0F}" dt="2026-09-20T20:30:49.613" v="215" actId="1076"/>
          <ac:spMkLst>
            <pc:docMk/>
            <pc:sldMk cId="1255493996" sldId="276"/>
            <ac:spMk id="3" creationId="{D377CAB3-44F0-89CB-9FA8-DD42F62B9370}"/>
          </ac:spMkLst>
        </pc:spChg>
        <pc:picChg chg="mod">
          <ac:chgData name="Daniel TCHONANG" userId="S::daniel.tchonang@um6p.ma::bb32c9f8-2ea3-41de-a337-cbeb11aa35fc" providerId="AD" clId="Web-{3CAC1370-B94D-9EE3-9319-1AA67DC45B0F}" dt="2026-09-20T20:31:00.426" v="217" actId="1076"/>
          <ac:picMkLst>
            <pc:docMk/>
            <pc:sldMk cId="1255493996" sldId="276"/>
            <ac:picMk id="5" creationId="{93B7F665-7D2B-829F-9DFA-43C3BD472FC9}"/>
          </ac:picMkLst>
        </pc:picChg>
      </pc:sldChg>
      <pc:sldChg chg="addSp delSp modSp">
        <pc:chgData name="Daniel TCHONANG" userId="S::daniel.tchonang@um6p.ma::bb32c9f8-2ea3-41de-a337-cbeb11aa35fc" providerId="AD" clId="Web-{3CAC1370-B94D-9EE3-9319-1AA67DC45B0F}" dt="2026-09-20T20:31:33.458" v="223" actId="1076"/>
        <pc:sldMkLst>
          <pc:docMk/>
          <pc:sldMk cId="2926855598" sldId="277"/>
        </pc:sldMkLst>
        <pc:spChg chg="add del">
          <ac:chgData name="Daniel TCHONANG" userId="S::daniel.tchonang@um6p.ma::bb32c9f8-2ea3-41de-a337-cbeb11aa35fc" providerId="AD" clId="Web-{3CAC1370-B94D-9EE3-9319-1AA67DC45B0F}" dt="2026-09-20T20:22:21.035" v="142"/>
          <ac:spMkLst>
            <pc:docMk/>
            <pc:sldMk cId="2926855598" sldId="277"/>
            <ac:spMk id="4" creationId="{D17BBB69-503A-EF08-BEB5-BF0608F19AE8}"/>
          </ac:spMkLst>
        </pc:spChg>
        <pc:spChg chg="add mod">
          <ac:chgData name="Daniel TCHONANG" userId="S::daniel.tchonang@um6p.ma::bb32c9f8-2ea3-41de-a337-cbeb11aa35fc" providerId="AD" clId="Web-{3CAC1370-B94D-9EE3-9319-1AA67DC45B0F}" dt="2026-09-20T20:31:24.395" v="221"/>
          <ac:spMkLst>
            <pc:docMk/>
            <pc:sldMk cId="2926855598" sldId="277"/>
            <ac:spMk id="6" creationId="{8DF48FBB-56D6-0A5F-668D-5422096729E2}"/>
          </ac:spMkLst>
        </pc:spChg>
        <pc:picChg chg="mod">
          <ac:chgData name="Daniel TCHONANG" userId="S::daniel.tchonang@um6p.ma::bb32c9f8-2ea3-41de-a337-cbeb11aa35fc" providerId="AD" clId="Web-{3CAC1370-B94D-9EE3-9319-1AA67DC45B0F}" dt="2026-09-20T20:31:33.458" v="223" actId="1076"/>
          <ac:picMkLst>
            <pc:docMk/>
            <pc:sldMk cId="2926855598" sldId="277"/>
            <ac:picMk id="3" creationId="{C49C180D-3062-5DC1-EA49-DE0E032CCC0C}"/>
          </ac:picMkLst>
        </pc:picChg>
      </pc:sldChg>
      <pc:sldChg chg="addSp modSp">
        <pc:chgData name="Daniel TCHONANG" userId="S::daniel.tchonang@um6p.ma::bb32c9f8-2ea3-41de-a337-cbeb11aa35fc" providerId="AD" clId="Web-{3CAC1370-B94D-9EE3-9319-1AA67DC45B0F}" dt="2026-09-20T20:32:20.912" v="233" actId="1076"/>
        <pc:sldMkLst>
          <pc:docMk/>
          <pc:sldMk cId="86912141" sldId="278"/>
        </pc:sldMkLst>
        <pc:spChg chg="add mod">
          <ac:chgData name="Daniel TCHONANG" userId="S::daniel.tchonang@um6p.ma::bb32c9f8-2ea3-41de-a337-cbeb11aa35fc" providerId="AD" clId="Web-{3CAC1370-B94D-9EE3-9319-1AA67DC45B0F}" dt="2026-09-20T20:31:55.505" v="227" actId="1076"/>
          <ac:spMkLst>
            <pc:docMk/>
            <pc:sldMk cId="86912141" sldId="278"/>
            <ac:spMk id="4" creationId="{229742AC-F317-33A2-14B0-46CAD450BE2A}"/>
          </ac:spMkLst>
        </pc:spChg>
        <pc:picChg chg="mod">
          <ac:chgData name="Daniel TCHONANG" userId="S::daniel.tchonang@um6p.ma::bb32c9f8-2ea3-41de-a337-cbeb11aa35fc" providerId="AD" clId="Web-{3CAC1370-B94D-9EE3-9319-1AA67DC45B0F}" dt="2026-09-20T20:32:20.912" v="233" actId="1076"/>
          <ac:picMkLst>
            <pc:docMk/>
            <pc:sldMk cId="86912141" sldId="278"/>
            <ac:picMk id="3" creationId="{F248C41B-E481-2469-3876-DD90FE2A5E3B}"/>
          </ac:picMkLst>
        </pc:picChg>
      </pc:sldChg>
      <pc:sldChg chg="addSp modSp">
        <pc:chgData name="Daniel TCHONANG" userId="S::daniel.tchonang@um6p.ma::bb32c9f8-2ea3-41de-a337-cbeb11aa35fc" providerId="AD" clId="Web-{3CAC1370-B94D-9EE3-9319-1AA67DC45B0F}" dt="2026-09-20T20:32:41.756" v="237"/>
        <pc:sldMkLst>
          <pc:docMk/>
          <pc:sldMk cId="4146302147" sldId="279"/>
        </pc:sldMkLst>
        <pc:spChg chg="add mod">
          <ac:chgData name="Daniel TCHONANG" userId="S::daniel.tchonang@um6p.ma::bb32c9f8-2ea3-41de-a337-cbeb11aa35fc" providerId="AD" clId="Web-{3CAC1370-B94D-9EE3-9319-1AA67DC45B0F}" dt="2026-09-20T20:32:41.756" v="237"/>
          <ac:spMkLst>
            <pc:docMk/>
            <pc:sldMk cId="4146302147" sldId="279"/>
            <ac:spMk id="4" creationId="{301C5780-09E7-5841-8712-FB14A378C919}"/>
          </ac:spMkLst>
        </pc:spChg>
        <pc:picChg chg="mod">
          <ac:chgData name="Daniel TCHONANG" userId="S::daniel.tchonang@um6p.ma::bb32c9f8-2ea3-41de-a337-cbeb11aa35fc" providerId="AD" clId="Web-{3CAC1370-B94D-9EE3-9319-1AA67DC45B0F}" dt="2026-09-20T20:32:27.162" v="234" actId="1076"/>
          <ac:picMkLst>
            <pc:docMk/>
            <pc:sldMk cId="4146302147" sldId="279"/>
            <ac:picMk id="3" creationId="{DED5A894-C1C3-E630-FD31-95B8448EDD4B}"/>
          </ac:picMkLst>
        </pc:picChg>
      </pc:sldChg>
      <pc:sldChg chg="new">
        <pc:chgData name="Daniel TCHONANG" userId="S::daniel.tchonang@um6p.ma::bb32c9f8-2ea3-41de-a337-cbeb11aa35fc" providerId="AD" clId="Web-{3CAC1370-B94D-9EE3-9319-1AA67DC45B0F}" dt="2026-09-20T20:36:14.028" v="238"/>
        <pc:sldMkLst>
          <pc:docMk/>
          <pc:sldMk cId="106129818" sldId="280"/>
        </pc:sldMkLst>
      </pc:sldChg>
    </pc:docChg>
  </pc:docChgLst>
  <pc:docChgLst>
    <pc:chgData name="Daniel TCHONANG" userId="bb32c9f8-2ea3-41de-a337-cbeb11aa35fc" providerId="ADAL" clId="{42DCB177-CFB6-423F-8298-75E3BC19F0BA}"/>
    <pc:docChg chg="undo custSel addSld delSld modSld modSection">
      <pc:chgData name="Daniel TCHONANG" userId="bb32c9f8-2ea3-41de-a337-cbeb11aa35fc" providerId="ADAL" clId="{42DCB177-CFB6-423F-8298-75E3BC19F0BA}" dt="2026-09-20T13:14:42.699" v="33" actId="14100"/>
      <pc:docMkLst>
        <pc:docMk/>
      </pc:docMkLst>
      <pc:sldChg chg="addSp modSp new mod setBg">
        <pc:chgData name="Daniel TCHONANG" userId="bb32c9f8-2ea3-41de-a337-cbeb11aa35fc" providerId="ADAL" clId="{42DCB177-CFB6-423F-8298-75E3BC19F0BA}" dt="2026-09-20T11:44:29.674" v="2" actId="26606"/>
        <pc:sldMkLst>
          <pc:docMk/>
          <pc:sldMk cId="3207576603" sldId="273"/>
        </pc:sldMkLst>
        <pc:spChg chg="add">
          <ac:chgData name="Daniel TCHONANG" userId="bb32c9f8-2ea3-41de-a337-cbeb11aa35fc" providerId="ADAL" clId="{42DCB177-CFB6-423F-8298-75E3BC19F0BA}" dt="2026-09-20T11:44:29.674" v="2" actId="26606"/>
          <ac:spMkLst>
            <pc:docMk/>
            <pc:sldMk cId="3207576603" sldId="273"/>
            <ac:spMk id="8" creationId="{F3060C83-F051-4F0E-ABAD-AA0DFC48B218}"/>
          </ac:spMkLst>
        </pc:spChg>
        <pc:spChg chg="add">
          <ac:chgData name="Daniel TCHONANG" userId="bb32c9f8-2ea3-41de-a337-cbeb11aa35fc" providerId="ADAL" clId="{42DCB177-CFB6-423F-8298-75E3BC19F0BA}" dt="2026-09-20T11:44:29.674" v="2" actId="26606"/>
          <ac:spMkLst>
            <pc:docMk/>
            <pc:sldMk cId="3207576603" sldId="273"/>
            <ac:spMk id="10" creationId="{83C98ABE-055B-441F-B07E-44F97F083C39}"/>
          </ac:spMkLst>
        </pc:spChg>
        <pc:spChg chg="add">
          <ac:chgData name="Daniel TCHONANG" userId="bb32c9f8-2ea3-41de-a337-cbeb11aa35fc" providerId="ADAL" clId="{42DCB177-CFB6-423F-8298-75E3BC19F0BA}" dt="2026-09-20T11:44:29.674" v="2" actId="26606"/>
          <ac:spMkLst>
            <pc:docMk/>
            <pc:sldMk cId="3207576603" sldId="273"/>
            <ac:spMk id="12" creationId="{29FDB030-9B49-4CED-8CCD-4D99382388AC}"/>
          </ac:spMkLst>
        </pc:spChg>
        <pc:spChg chg="add">
          <ac:chgData name="Daniel TCHONANG" userId="bb32c9f8-2ea3-41de-a337-cbeb11aa35fc" providerId="ADAL" clId="{42DCB177-CFB6-423F-8298-75E3BC19F0BA}" dt="2026-09-20T11:44:29.674" v="2" actId="26606"/>
          <ac:spMkLst>
            <pc:docMk/>
            <pc:sldMk cId="3207576603" sldId="273"/>
            <ac:spMk id="14" creationId="{3783CA14-24A1-485C-8B30-D6A5D87987AD}"/>
          </ac:spMkLst>
        </pc:spChg>
        <pc:spChg chg="add">
          <ac:chgData name="Daniel TCHONANG" userId="bb32c9f8-2ea3-41de-a337-cbeb11aa35fc" providerId="ADAL" clId="{42DCB177-CFB6-423F-8298-75E3BC19F0BA}" dt="2026-09-20T11:44:29.674" v="2" actId="26606"/>
          <ac:spMkLst>
            <pc:docMk/>
            <pc:sldMk cId="3207576603" sldId="273"/>
            <ac:spMk id="16" creationId="{9A97C86A-04D6-40F7-AE84-31AB43E6A846}"/>
          </ac:spMkLst>
        </pc:spChg>
        <pc:spChg chg="add">
          <ac:chgData name="Daniel TCHONANG" userId="bb32c9f8-2ea3-41de-a337-cbeb11aa35fc" providerId="ADAL" clId="{42DCB177-CFB6-423F-8298-75E3BC19F0BA}" dt="2026-09-20T11:44:29.674" v="2" actId="26606"/>
          <ac:spMkLst>
            <pc:docMk/>
            <pc:sldMk cId="3207576603" sldId="273"/>
            <ac:spMk id="18" creationId="{FF9F2414-84E8-453E-B1F3-389FDE8192D9}"/>
          </ac:spMkLst>
        </pc:spChg>
        <pc:spChg chg="add">
          <ac:chgData name="Daniel TCHONANG" userId="bb32c9f8-2ea3-41de-a337-cbeb11aa35fc" providerId="ADAL" clId="{42DCB177-CFB6-423F-8298-75E3BC19F0BA}" dt="2026-09-20T11:44:29.674" v="2" actId="26606"/>
          <ac:spMkLst>
            <pc:docMk/>
            <pc:sldMk cId="3207576603" sldId="273"/>
            <ac:spMk id="20" creationId="{3ECA69A1-7536-43AC-85EF-C7106179F5ED}"/>
          </ac:spMkLst>
        </pc:spChg>
        <pc:picChg chg="add mod">
          <ac:chgData name="Daniel TCHONANG" userId="bb32c9f8-2ea3-41de-a337-cbeb11aa35fc" providerId="ADAL" clId="{42DCB177-CFB6-423F-8298-75E3BC19F0BA}" dt="2026-09-20T11:44:29.674" v="2" actId="26606"/>
          <ac:picMkLst>
            <pc:docMk/>
            <pc:sldMk cId="3207576603" sldId="273"/>
            <ac:picMk id="3" creationId="{16E16484-F787-C30B-83FB-3093807BB984}"/>
          </ac:picMkLst>
        </pc:picChg>
      </pc:sldChg>
      <pc:sldChg chg="addSp modSp new mod setBg">
        <pc:chgData name="Daniel TCHONANG" userId="bb32c9f8-2ea3-41de-a337-cbeb11aa35fc" providerId="ADAL" clId="{42DCB177-CFB6-423F-8298-75E3BC19F0BA}" dt="2026-09-20T11:46:13.750" v="5" actId="26606"/>
        <pc:sldMkLst>
          <pc:docMk/>
          <pc:sldMk cId="3840634324" sldId="274"/>
        </pc:sldMkLst>
        <pc:spChg chg="add">
          <ac:chgData name="Daniel TCHONANG" userId="bb32c9f8-2ea3-41de-a337-cbeb11aa35fc" providerId="ADAL" clId="{42DCB177-CFB6-423F-8298-75E3BC19F0BA}" dt="2026-09-20T11:46:13.750" v="5" actId="26606"/>
          <ac:spMkLst>
            <pc:docMk/>
            <pc:sldMk cId="3840634324" sldId="274"/>
            <ac:spMk id="8" creationId="{F3060C83-F051-4F0E-ABAD-AA0DFC48B218}"/>
          </ac:spMkLst>
        </pc:spChg>
        <pc:spChg chg="add">
          <ac:chgData name="Daniel TCHONANG" userId="bb32c9f8-2ea3-41de-a337-cbeb11aa35fc" providerId="ADAL" clId="{42DCB177-CFB6-423F-8298-75E3BC19F0BA}" dt="2026-09-20T11:46:13.750" v="5" actId="26606"/>
          <ac:spMkLst>
            <pc:docMk/>
            <pc:sldMk cId="3840634324" sldId="274"/>
            <ac:spMk id="10" creationId="{83C98ABE-055B-441F-B07E-44F97F083C39}"/>
          </ac:spMkLst>
        </pc:spChg>
        <pc:spChg chg="add">
          <ac:chgData name="Daniel TCHONANG" userId="bb32c9f8-2ea3-41de-a337-cbeb11aa35fc" providerId="ADAL" clId="{42DCB177-CFB6-423F-8298-75E3BC19F0BA}" dt="2026-09-20T11:46:13.750" v="5" actId="26606"/>
          <ac:spMkLst>
            <pc:docMk/>
            <pc:sldMk cId="3840634324" sldId="274"/>
            <ac:spMk id="12" creationId="{29FDB030-9B49-4CED-8CCD-4D99382388AC}"/>
          </ac:spMkLst>
        </pc:spChg>
        <pc:spChg chg="add">
          <ac:chgData name="Daniel TCHONANG" userId="bb32c9f8-2ea3-41de-a337-cbeb11aa35fc" providerId="ADAL" clId="{42DCB177-CFB6-423F-8298-75E3BC19F0BA}" dt="2026-09-20T11:46:13.750" v="5" actId="26606"/>
          <ac:spMkLst>
            <pc:docMk/>
            <pc:sldMk cId="3840634324" sldId="274"/>
            <ac:spMk id="14" creationId="{3783CA14-24A1-485C-8B30-D6A5D87987AD}"/>
          </ac:spMkLst>
        </pc:spChg>
        <pc:spChg chg="add">
          <ac:chgData name="Daniel TCHONANG" userId="bb32c9f8-2ea3-41de-a337-cbeb11aa35fc" providerId="ADAL" clId="{42DCB177-CFB6-423F-8298-75E3BC19F0BA}" dt="2026-09-20T11:46:13.750" v="5" actId="26606"/>
          <ac:spMkLst>
            <pc:docMk/>
            <pc:sldMk cId="3840634324" sldId="274"/>
            <ac:spMk id="16" creationId="{9A97C86A-04D6-40F7-AE84-31AB43E6A846}"/>
          </ac:spMkLst>
        </pc:spChg>
        <pc:spChg chg="add">
          <ac:chgData name="Daniel TCHONANG" userId="bb32c9f8-2ea3-41de-a337-cbeb11aa35fc" providerId="ADAL" clId="{42DCB177-CFB6-423F-8298-75E3BC19F0BA}" dt="2026-09-20T11:46:13.750" v="5" actId="26606"/>
          <ac:spMkLst>
            <pc:docMk/>
            <pc:sldMk cId="3840634324" sldId="274"/>
            <ac:spMk id="18" creationId="{FF9F2414-84E8-453E-B1F3-389FDE8192D9}"/>
          </ac:spMkLst>
        </pc:spChg>
        <pc:spChg chg="add">
          <ac:chgData name="Daniel TCHONANG" userId="bb32c9f8-2ea3-41de-a337-cbeb11aa35fc" providerId="ADAL" clId="{42DCB177-CFB6-423F-8298-75E3BC19F0BA}" dt="2026-09-20T11:46:13.750" v="5" actId="26606"/>
          <ac:spMkLst>
            <pc:docMk/>
            <pc:sldMk cId="3840634324" sldId="274"/>
            <ac:spMk id="20" creationId="{3ECA69A1-7536-43AC-85EF-C7106179F5ED}"/>
          </ac:spMkLst>
        </pc:spChg>
        <pc:picChg chg="add mod">
          <ac:chgData name="Daniel TCHONANG" userId="bb32c9f8-2ea3-41de-a337-cbeb11aa35fc" providerId="ADAL" clId="{42DCB177-CFB6-423F-8298-75E3BC19F0BA}" dt="2026-09-20T11:46:13.750" v="5" actId="26606"/>
          <ac:picMkLst>
            <pc:docMk/>
            <pc:sldMk cId="3840634324" sldId="274"/>
            <ac:picMk id="3" creationId="{ADFCE633-8EFE-B359-8271-918080903183}"/>
          </ac:picMkLst>
        </pc:picChg>
      </pc:sldChg>
      <pc:sldChg chg="addSp modSp new mod setBg">
        <pc:chgData name="Daniel TCHONANG" userId="bb32c9f8-2ea3-41de-a337-cbeb11aa35fc" providerId="ADAL" clId="{42DCB177-CFB6-423F-8298-75E3BC19F0BA}" dt="2026-09-20T12:27:28.550" v="8" actId="26606"/>
        <pc:sldMkLst>
          <pc:docMk/>
          <pc:sldMk cId="2213851794" sldId="275"/>
        </pc:sldMkLst>
        <pc:spChg chg="add">
          <ac:chgData name="Daniel TCHONANG" userId="bb32c9f8-2ea3-41de-a337-cbeb11aa35fc" providerId="ADAL" clId="{42DCB177-CFB6-423F-8298-75E3BC19F0BA}" dt="2026-09-20T12:27:28.550" v="8" actId="26606"/>
          <ac:spMkLst>
            <pc:docMk/>
            <pc:sldMk cId="2213851794" sldId="275"/>
            <ac:spMk id="8" creationId="{F3060C83-F051-4F0E-ABAD-AA0DFC48B218}"/>
          </ac:spMkLst>
        </pc:spChg>
        <pc:spChg chg="add">
          <ac:chgData name="Daniel TCHONANG" userId="bb32c9f8-2ea3-41de-a337-cbeb11aa35fc" providerId="ADAL" clId="{42DCB177-CFB6-423F-8298-75E3BC19F0BA}" dt="2026-09-20T12:27:28.550" v="8" actId="26606"/>
          <ac:spMkLst>
            <pc:docMk/>
            <pc:sldMk cId="2213851794" sldId="275"/>
            <ac:spMk id="10" creationId="{83C98ABE-055B-441F-B07E-44F97F083C39}"/>
          </ac:spMkLst>
        </pc:spChg>
        <pc:spChg chg="add">
          <ac:chgData name="Daniel TCHONANG" userId="bb32c9f8-2ea3-41de-a337-cbeb11aa35fc" providerId="ADAL" clId="{42DCB177-CFB6-423F-8298-75E3BC19F0BA}" dt="2026-09-20T12:27:28.550" v="8" actId="26606"/>
          <ac:spMkLst>
            <pc:docMk/>
            <pc:sldMk cId="2213851794" sldId="275"/>
            <ac:spMk id="12" creationId="{29FDB030-9B49-4CED-8CCD-4D99382388AC}"/>
          </ac:spMkLst>
        </pc:spChg>
        <pc:spChg chg="add">
          <ac:chgData name="Daniel TCHONANG" userId="bb32c9f8-2ea3-41de-a337-cbeb11aa35fc" providerId="ADAL" clId="{42DCB177-CFB6-423F-8298-75E3BC19F0BA}" dt="2026-09-20T12:27:28.550" v="8" actId="26606"/>
          <ac:spMkLst>
            <pc:docMk/>
            <pc:sldMk cId="2213851794" sldId="275"/>
            <ac:spMk id="14" creationId="{3783CA14-24A1-485C-8B30-D6A5D87987AD}"/>
          </ac:spMkLst>
        </pc:spChg>
        <pc:spChg chg="add">
          <ac:chgData name="Daniel TCHONANG" userId="bb32c9f8-2ea3-41de-a337-cbeb11aa35fc" providerId="ADAL" clId="{42DCB177-CFB6-423F-8298-75E3BC19F0BA}" dt="2026-09-20T12:27:28.550" v="8" actId="26606"/>
          <ac:spMkLst>
            <pc:docMk/>
            <pc:sldMk cId="2213851794" sldId="275"/>
            <ac:spMk id="16" creationId="{9A97C86A-04D6-40F7-AE84-31AB43E6A846}"/>
          </ac:spMkLst>
        </pc:spChg>
        <pc:spChg chg="add">
          <ac:chgData name="Daniel TCHONANG" userId="bb32c9f8-2ea3-41de-a337-cbeb11aa35fc" providerId="ADAL" clId="{42DCB177-CFB6-423F-8298-75E3BC19F0BA}" dt="2026-09-20T12:27:28.550" v="8" actId="26606"/>
          <ac:spMkLst>
            <pc:docMk/>
            <pc:sldMk cId="2213851794" sldId="275"/>
            <ac:spMk id="18" creationId="{FF9F2414-84E8-453E-B1F3-389FDE8192D9}"/>
          </ac:spMkLst>
        </pc:spChg>
        <pc:spChg chg="add">
          <ac:chgData name="Daniel TCHONANG" userId="bb32c9f8-2ea3-41de-a337-cbeb11aa35fc" providerId="ADAL" clId="{42DCB177-CFB6-423F-8298-75E3BC19F0BA}" dt="2026-09-20T12:27:28.550" v="8" actId="26606"/>
          <ac:spMkLst>
            <pc:docMk/>
            <pc:sldMk cId="2213851794" sldId="275"/>
            <ac:spMk id="20" creationId="{3ECA69A1-7536-43AC-85EF-C7106179F5ED}"/>
          </ac:spMkLst>
        </pc:spChg>
        <pc:picChg chg="add mod">
          <ac:chgData name="Daniel TCHONANG" userId="bb32c9f8-2ea3-41de-a337-cbeb11aa35fc" providerId="ADAL" clId="{42DCB177-CFB6-423F-8298-75E3BC19F0BA}" dt="2026-09-20T12:27:28.550" v="8" actId="26606"/>
          <ac:picMkLst>
            <pc:docMk/>
            <pc:sldMk cId="2213851794" sldId="275"/>
            <ac:picMk id="3" creationId="{38F76BCD-896B-9A2C-C127-0146F6CE63BE}"/>
          </ac:picMkLst>
        </pc:picChg>
      </pc:sldChg>
      <pc:sldChg chg="addSp delSp modSp new mod setBg">
        <pc:chgData name="Daniel TCHONANG" userId="bb32c9f8-2ea3-41de-a337-cbeb11aa35fc" providerId="ADAL" clId="{42DCB177-CFB6-423F-8298-75E3BC19F0BA}" dt="2026-09-20T12:50:25.531" v="22" actId="26606"/>
        <pc:sldMkLst>
          <pc:docMk/>
          <pc:sldMk cId="1255493996" sldId="276"/>
        </pc:sldMkLst>
        <pc:spChg chg="add del mod">
          <ac:chgData name="Daniel TCHONANG" userId="bb32c9f8-2ea3-41de-a337-cbeb11aa35fc" providerId="ADAL" clId="{42DCB177-CFB6-423F-8298-75E3BC19F0BA}" dt="2026-09-20T12:49:52.562" v="16" actId="478"/>
          <ac:spMkLst>
            <pc:docMk/>
            <pc:sldMk cId="1255493996" sldId="276"/>
            <ac:spMk id="3" creationId="{16E0E3FA-D9F3-8813-3168-2B6B4282467D}"/>
          </ac:spMkLst>
        </pc:spChg>
        <pc:spChg chg="add del">
          <ac:chgData name="Daniel TCHONANG" userId="bb32c9f8-2ea3-41de-a337-cbeb11aa35fc" providerId="ADAL" clId="{42DCB177-CFB6-423F-8298-75E3BC19F0BA}" dt="2026-09-20T12:50:23.116" v="19" actId="26606"/>
          <ac:spMkLst>
            <pc:docMk/>
            <pc:sldMk cId="1255493996" sldId="276"/>
            <ac:spMk id="10" creationId="{F3060C83-F051-4F0E-ABAD-AA0DFC48B218}"/>
          </ac:spMkLst>
        </pc:spChg>
        <pc:spChg chg="add del">
          <ac:chgData name="Daniel TCHONANG" userId="bb32c9f8-2ea3-41de-a337-cbeb11aa35fc" providerId="ADAL" clId="{42DCB177-CFB6-423F-8298-75E3BC19F0BA}" dt="2026-09-20T12:50:23.116" v="19" actId="26606"/>
          <ac:spMkLst>
            <pc:docMk/>
            <pc:sldMk cId="1255493996" sldId="276"/>
            <ac:spMk id="12" creationId="{83C98ABE-055B-441F-B07E-44F97F083C39}"/>
          </ac:spMkLst>
        </pc:spChg>
        <pc:spChg chg="add del">
          <ac:chgData name="Daniel TCHONANG" userId="bb32c9f8-2ea3-41de-a337-cbeb11aa35fc" providerId="ADAL" clId="{42DCB177-CFB6-423F-8298-75E3BC19F0BA}" dt="2026-09-20T12:50:23.116" v="19" actId="26606"/>
          <ac:spMkLst>
            <pc:docMk/>
            <pc:sldMk cId="1255493996" sldId="276"/>
            <ac:spMk id="14" creationId="{29FDB030-9B49-4CED-8CCD-4D99382388AC}"/>
          </ac:spMkLst>
        </pc:spChg>
        <pc:spChg chg="add del">
          <ac:chgData name="Daniel TCHONANG" userId="bb32c9f8-2ea3-41de-a337-cbeb11aa35fc" providerId="ADAL" clId="{42DCB177-CFB6-423F-8298-75E3BC19F0BA}" dt="2026-09-20T12:50:23.116" v="19" actId="26606"/>
          <ac:spMkLst>
            <pc:docMk/>
            <pc:sldMk cId="1255493996" sldId="276"/>
            <ac:spMk id="16" creationId="{3783CA14-24A1-485C-8B30-D6A5D87987AD}"/>
          </ac:spMkLst>
        </pc:spChg>
        <pc:spChg chg="add del">
          <ac:chgData name="Daniel TCHONANG" userId="bb32c9f8-2ea3-41de-a337-cbeb11aa35fc" providerId="ADAL" clId="{42DCB177-CFB6-423F-8298-75E3BC19F0BA}" dt="2026-09-20T12:50:23.116" v="19" actId="26606"/>
          <ac:spMkLst>
            <pc:docMk/>
            <pc:sldMk cId="1255493996" sldId="276"/>
            <ac:spMk id="18" creationId="{9A97C86A-04D6-40F7-AE84-31AB43E6A846}"/>
          </ac:spMkLst>
        </pc:spChg>
        <pc:spChg chg="add del">
          <ac:chgData name="Daniel TCHONANG" userId="bb32c9f8-2ea3-41de-a337-cbeb11aa35fc" providerId="ADAL" clId="{42DCB177-CFB6-423F-8298-75E3BC19F0BA}" dt="2026-09-20T12:50:23.116" v="19" actId="26606"/>
          <ac:spMkLst>
            <pc:docMk/>
            <pc:sldMk cId="1255493996" sldId="276"/>
            <ac:spMk id="20" creationId="{FF9F2414-84E8-453E-B1F3-389FDE8192D9}"/>
          </ac:spMkLst>
        </pc:spChg>
        <pc:spChg chg="add del">
          <ac:chgData name="Daniel TCHONANG" userId="bb32c9f8-2ea3-41de-a337-cbeb11aa35fc" providerId="ADAL" clId="{42DCB177-CFB6-423F-8298-75E3BC19F0BA}" dt="2026-09-20T12:50:23.116" v="19" actId="26606"/>
          <ac:spMkLst>
            <pc:docMk/>
            <pc:sldMk cId="1255493996" sldId="276"/>
            <ac:spMk id="22" creationId="{3ECA69A1-7536-43AC-85EF-C7106179F5ED}"/>
          </ac:spMkLst>
        </pc:spChg>
        <pc:spChg chg="add">
          <ac:chgData name="Daniel TCHONANG" userId="bb32c9f8-2ea3-41de-a337-cbeb11aa35fc" providerId="ADAL" clId="{42DCB177-CFB6-423F-8298-75E3BC19F0BA}" dt="2026-09-20T12:50:25.531" v="22" actId="26606"/>
          <ac:spMkLst>
            <pc:docMk/>
            <pc:sldMk cId="1255493996" sldId="276"/>
            <ac:spMk id="28" creationId="{F3060C83-F051-4F0E-ABAD-AA0DFC48B218}"/>
          </ac:spMkLst>
        </pc:spChg>
        <pc:spChg chg="add">
          <ac:chgData name="Daniel TCHONANG" userId="bb32c9f8-2ea3-41de-a337-cbeb11aa35fc" providerId="ADAL" clId="{42DCB177-CFB6-423F-8298-75E3BC19F0BA}" dt="2026-09-20T12:50:25.531" v="22" actId="26606"/>
          <ac:spMkLst>
            <pc:docMk/>
            <pc:sldMk cId="1255493996" sldId="276"/>
            <ac:spMk id="29" creationId="{83C98ABE-055B-441F-B07E-44F97F083C39}"/>
          </ac:spMkLst>
        </pc:spChg>
        <pc:spChg chg="add">
          <ac:chgData name="Daniel TCHONANG" userId="bb32c9f8-2ea3-41de-a337-cbeb11aa35fc" providerId="ADAL" clId="{42DCB177-CFB6-423F-8298-75E3BC19F0BA}" dt="2026-09-20T12:50:25.531" v="22" actId="26606"/>
          <ac:spMkLst>
            <pc:docMk/>
            <pc:sldMk cId="1255493996" sldId="276"/>
            <ac:spMk id="30" creationId="{29FDB030-9B49-4CED-8CCD-4D99382388AC}"/>
          </ac:spMkLst>
        </pc:spChg>
        <pc:spChg chg="add">
          <ac:chgData name="Daniel TCHONANG" userId="bb32c9f8-2ea3-41de-a337-cbeb11aa35fc" providerId="ADAL" clId="{42DCB177-CFB6-423F-8298-75E3BC19F0BA}" dt="2026-09-20T12:50:25.531" v="22" actId="26606"/>
          <ac:spMkLst>
            <pc:docMk/>
            <pc:sldMk cId="1255493996" sldId="276"/>
            <ac:spMk id="31" creationId="{3783CA14-24A1-485C-8B30-D6A5D87987AD}"/>
          </ac:spMkLst>
        </pc:spChg>
        <pc:spChg chg="add">
          <ac:chgData name="Daniel TCHONANG" userId="bb32c9f8-2ea3-41de-a337-cbeb11aa35fc" providerId="ADAL" clId="{42DCB177-CFB6-423F-8298-75E3BC19F0BA}" dt="2026-09-20T12:50:25.531" v="22" actId="26606"/>
          <ac:spMkLst>
            <pc:docMk/>
            <pc:sldMk cId="1255493996" sldId="276"/>
            <ac:spMk id="32" creationId="{9A97C86A-04D6-40F7-AE84-31AB43E6A846}"/>
          </ac:spMkLst>
        </pc:spChg>
        <pc:spChg chg="add">
          <ac:chgData name="Daniel TCHONANG" userId="bb32c9f8-2ea3-41de-a337-cbeb11aa35fc" providerId="ADAL" clId="{42DCB177-CFB6-423F-8298-75E3BC19F0BA}" dt="2026-09-20T12:50:25.531" v="22" actId="26606"/>
          <ac:spMkLst>
            <pc:docMk/>
            <pc:sldMk cId="1255493996" sldId="276"/>
            <ac:spMk id="33" creationId="{FF9F2414-84E8-453E-B1F3-389FDE8192D9}"/>
          </ac:spMkLst>
        </pc:spChg>
        <pc:spChg chg="add">
          <ac:chgData name="Daniel TCHONANG" userId="bb32c9f8-2ea3-41de-a337-cbeb11aa35fc" providerId="ADAL" clId="{42DCB177-CFB6-423F-8298-75E3BC19F0BA}" dt="2026-09-20T12:50:25.531" v="22" actId="26606"/>
          <ac:spMkLst>
            <pc:docMk/>
            <pc:sldMk cId="1255493996" sldId="276"/>
            <ac:spMk id="34" creationId="{3ECA69A1-7536-43AC-85EF-C7106179F5ED}"/>
          </ac:spMkLst>
        </pc:spChg>
        <pc:grpChg chg="add del">
          <ac:chgData name="Daniel TCHONANG" userId="bb32c9f8-2ea3-41de-a337-cbeb11aa35fc" providerId="ADAL" clId="{42DCB177-CFB6-423F-8298-75E3BC19F0BA}" dt="2026-09-20T12:50:25.525" v="21" actId="26606"/>
          <ac:grpSpMkLst>
            <pc:docMk/>
            <pc:sldMk cId="1255493996" sldId="276"/>
            <ac:grpSpMk id="24" creationId="{723C66ED-DBBF-12CA-7F5E-813E0E7D036A}"/>
          </ac:grpSpMkLst>
        </pc:grpChg>
        <pc:picChg chg="add mod">
          <ac:chgData name="Daniel TCHONANG" userId="bb32c9f8-2ea3-41de-a337-cbeb11aa35fc" providerId="ADAL" clId="{42DCB177-CFB6-423F-8298-75E3BC19F0BA}" dt="2026-09-20T12:50:25.531" v="22" actId="26606"/>
          <ac:picMkLst>
            <pc:docMk/>
            <pc:sldMk cId="1255493996" sldId="276"/>
            <ac:picMk id="5" creationId="{93B7F665-7D2B-829F-9DFA-43C3BD472FC9}"/>
          </ac:picMkLst>
        </pc:picChg>
      </pc:sldChg>
      <pc:sldChg chg="addSp modSp new del mod setBg">
        <pc:chgData name="Daniel TCHONANG" userId="bb32c9f8-2ea3-41de-a337-cbeb11aa35fc" providerId="ADAL" clId="{42DCB177-CFB6-423F-8298-75E3BC19F0BA}" dt="2026-09-20T12:49:40.390" v="12" actId="47"/>
        <pc:sldMkLst>
          <pc:docMk/>
          <pc:sldMk cId="2613289897" sldId="276"/>
        </pc:sldMkLst>
        <pc:spChg chg="add">
          <ac:chgData name="Daniel TCHONANG" userId="bb32c9f8-2ea3-41de-a337-cbeb11aa35fc" providerId="ADAL" clId="{42DCB177-CFB6-423F-8298-75E3BC19F0BA}" dt="2026-09-20T12:39:52.650" v="11" actId="26606"/>
          <ac:spMkLst>
            <pc:docMk/>
            <pc:sldMk cId="2613289897" sldId="276"/>
            <ac:spMk id="8" creationId="{F3060C83-F051-4F0E-ABAD-AA0DFC48B218}"/>
          </ac:spMkLst>
        </pc:spChg>
        <pc:spChg chg="add">
          <ac:chgData name="Daniel TCHONANG" userId="bb32c9f8-2ea3-41de-a337-cbeb11aa35fc" providerId="ADAL" clId="{42DCB177-CFB6-423F-8298-75E3BC19F0BA}" dt="2026-09-20T12:39:52.650" v="11" actId="26606"/>
          <ac:spMkLst>
            <pc:docMk/>
            <pc:sldMk cId="2613289897" sldId="276"/>
            <ac:spMk id="10" creationId="{83C98ABE-055B-441F-B07E-44F97F083C39}"/>
          </ac:spMkLst>
        </pc:spChg>
        <pc:spChg chg="add">
          <ac:chgData name="Daniel TCHONANG" userId="bb32c9f8-2ea3-41de-a337-cbeb11aa35fc" providerId="ADAL" clId="{42DCB177-CFB6-423F-8298-75E3BC19F0BA}" dt="2026-09-20T12:39:52.650" v="11" actId="26606"/>
          <ac:spMkLst>
            <pc:docMk/>
            <pc:sldMk cId="2613289897" sldId="276"/>
            <ac:spMk id="12" creationId="{29FDB030-9B49-4CED-8CCD-4D99382388AC}"/>
          </ac:spMkLst>
        </pc:spChg>
        <pc:spChg chg="add">
          <ac:chgData name="Daniel TCHONANG" userId="bb32c9f8-2ea3-41de-a337-cbeb11aa35fc" providerId="ADAL" clId="{42DCB177-CFB6-423F-8298-75E3BC19F0BA}" dt="2026-09-20T12:39:52.650" v="11" actId="26606"/>
          <ac:spMkLst>
            <pc:docMk/>
            <pc:sldMk cId="2613289897" sldId="276"/>
            <ac:spMk id="14" creationId="{3783CA14-24A1-485C-8B30-D6A5D87987AD}"/>
          </ac:spMkLst>
        </pc:spChg>
        <pc:spChg chg="add">
          <ac:chgData name="Daniel TCHONANG" userId="bb32c9f8-2ea3-41de-a337-cbeb11aa35fc" providerId="ADAL" clId="{42DCB177-CFB6-423F-8298-75E3BC19F0BA}" dt="2026-09-20T12:39:52.650" v="11" actId="26606"/>
          <ac:spMkLst>
            <pc:docMk/>
            <pc:sldMk cId="2613289897" sldId="276"/>
            <ac:spMk id="16" creationId="{9A97C86A-04D6-40F7-AE84-31AB43E6A846}"/>
          </ac:spMkLst>
        </pc:spChg>
        <pc:spChg chg="add">
          <ac:chgData name="Daniel TCHONANG" userId="bb32c9f8-2ea3-41de-a337-cbeb11aa35fc" providerId="ADAL" clId="{42DCB177-CFB6-423F-8298-75E3BC19F0BA}" dt="2026-09-20T12:39:52.650" v="11" actId="26606"/>
          <ac:spMkLst>
            <pc:docMk/>
            <pc:sldMk cId="2613289897" sldId="276"/>
            <ac:spMk id="18" creationId="{FF9F2414-84E8-453E-B1F3-389FDE8192D9}"/>
          </ac:spMkLst>
        </pc:spChg>
        <pc:spChg chg="add">
          <ac:chgData name="Daniel TCHONANG" userId="bb32c9f8-2ea3-41de-a337-cbeb11aa35fc" providerId="ADAL" clId="{42DCB177-CFB6-423F-8298-75E3BC19F0BA}" dt="2026-09-20T12:39:52.650" v="11" actId="26606"/>
          <ac:spMkLst>
            <pc:docMk/>
            <pc:sldMk cId="2613289897" sldId="276"/>
            <ac:spMk id="20" creationId="{3ECA69A1-7536-43AC-85EF-C7106179F5ED}"/>
          </ac:spMkLst>
        </pc:spChg>
        <pc:picChg chg="add mod">
          <ac:chgData name="Daniel TCHONANG" userId="bb32c9f8-2ea3-41de-a337-cbeb11aa35fc" providerId="ADAL" clId="{42DCB177-CFB6-423F-8298-75E3BC19F0BA}" dt="2026-09-20T12:39:52.650" v="11" actId="26606"/>
          <ac:picMkLst>
            <pc:docMk/>
            <pc:sldMk cId="2613289897" sldId="276"/>
            <ac:picMk id="3" creationId="{FD724AA7-B28B-C79B-EB0A-E09434957862}"/>
          </ac:picMkLst>
        </pc:picChg>
      </pc:sldChg>
      <pc:sldChg chg="addSp modSp new mod setBg">
        <pc:chgData name="Daniel TCHONANG" userId="bb32c9f8-2ea3-41de-a337-cbeb11aa35fc" providerId="ADAL" clId="{42DCB177-CFB6-423F-8298-75E3BC19F0BA}" dt="2026-09-20T12:58:02.430" v="25" actId="26606"/>
        <pc:sldMkLst>
          <pc:docMk/>
          <pc:sldMk cId="2926855598" sldId="277"/>
        </pc:sldMkLst>
        <pc:spChg chg="add">
          <ac:chgData name="Daniel TCHONANG" userId="bb32c9f8-2ea3-41de-a337-cbeb11aa35fc" providerId="ADAL" clId="{42DCB177-CFB6-423F-8298-75E3BC19F0BA}" dt="2026-09-20T12:58:02.430" v="25" actId="26606"/>
          <ac:spMkLst>
            <pc:docMk/>
            <pc:sldMk cId="2926855598" sldId="277"/>
            <ac:spMk id="8" creationId="{F3060C83-F051-4F0E-ABAD-AA0DFC48B218}"/>
          </ac:spMkLst>
        </pc:spChg>
        <pc:spChg chg="add">
          <ac:chgData name="Daniel TCHONANG" userId="bb32c9f8-2ea3-41de-a337-cbeb11aa35fc" providerId="ADAL" clId="{42DCB177-CFB6-423F-8298-75E3BC19F0BA}" dt="2026-09-20T12:58:02.430" v="25" actId="26606"/>
          <ac:spMkLst>
            <pc:docMk/>
            <pc:sldMk cId="2926855598" sldId="277"/>
            <ac:spMk id="10" creationId="{83C98ABE-055B-441F-B07E-44F97F083C39}"/>
          </ac:spMkLst>
        </pc:spChg>
        <pc:spChg chg="add">
          <ac:chgData name="Daniel TCHONANG" userId="bb32c9f8-2ea3-41de-a337-cbeb11aa35fc" providerId="ADAL" clId="{42DCB177-CFB6-423F-8298-75E3BC19F0BA}" dt="2026-09-20T12:58:02.430" v="25" actId="26606"/>
          <ac:spMkLst>
            <pc:docMk/>
            <pc:sldMk cId="2926855598" sldId="277"/>
            <ac:spMk id="12" creationId="{29FDB030-9B49-4CED-8CCD-4D99382388AC}"/>
          </ac:spMkLst>
        </pc:spChg>
        <pc:spChg chg="add">
          <ac:chgData name="Daniel TCHONANG" userId="bb32c9f8-2ea3-41de-a337-cbeb11aa35fc" providerId="ADAL" clId="{42DCB177-CFB6-423F-8298-75E3BC19F0BA}" dt="2026-09-20T12:58:02.430" v="25" actId="26606"/>
          <ac:spMkLst>
            <pc:docMk/>
            <pc:sldMk cId="2926855598" sldId="277"/>
            <ac:spMk id="14" creationId="{3783CA14-24A1-485C-8B30-D6A5D87987AD}"/>
          </ac:spMkLst>
        </pc:spChg>
        <pc:spChg chg="add">
          <ac:chgData name="Daniel TCHONANG" userId="bb32c9f8-2ea3-41de-a337-cbeb11aa35fc" providerId="ADAL" clId="{42DCB177-CFB6-423F-8298-75E3BC19F0BA}" dt="2026-09-20T12:58:02.430" v="25" actId="26606"/>
          <ac:spMkLst>
            <pc:docMk/>
            <pc:sldMk cId="2926855598" sldId="277"/>
            <ac:spMk id="16" creationId="{9A97C86A-04D6-40F7-AE84-31AB43E6A846}"/>
          </ac:spMkLst>
        </pc:spChg>
        <pc:spChg chg="add">
          <ac:chgData name="Daniel TCHONANG" userId="bb32c9f8-2ea3-41de-a337-cbeb11aa35fc" providerId="ADAL" clId="{42DCB177-CFB6-423F-8298-75E3BC19F0BA}" dt="2026-09-20T12:58:02.430" v="25" actId="26606"/>
          <ac:spMkLst>
            <pc:docMk/>
            <pc:sldMk cId="2926855598" sldId="277"/>
            <ac:spMk id="18" creationId="{FF9F2414-84E8-453E-B1F3-389FDE8192D9}"/>
          </ac:spMkLst>
        </pc:spChg>
        <pc:spChg chg="add">
          <ac:chgData name="Daniel TCHONANG" userId="bb32c9f8-2ea3-41de-a337-cbeb11aa35fc" providerId="ADAL" clId="{42DCB177-CFB6-423F-8298-75E3BC19F0BA}" dt="2026-09-20T12:58:02.430" v="25" actId="26606"/>
          <ac:spMkLst>
            <pc:docMk/>
            <pc:sldMk cId="2926855598" sldId="277"/>
            <ac:spMk id="20" creationId="{3ECA69A1-7536-43AC-85EF-C7106179F5ED}"/>
          </ac:spMkLst>
        </pc:spChg>
        <pc:picChg chg="add mod">
          <ac:chgData name="Daniel TCHONANG" userId="bb32c9f8-2ea3-41de-a337-cbeb11aa35fc" providerId="ADAL" clId="{42DCB177-CFB6-423F-8298-75E3BC19F0BA}" dt="2026-09-20T12:58:02.430" v="25" actId="26606"/>
          <ac:picMkLst>
            <pc:docMk/>
            <pc:sldMk cId="2926855598" sldId="277"/>
            <ac:picMk id="3" creationId="{C49C180D-3062-5DC1-EA49-DE0E032CCC0C}"/>
          </ac:picMkLst>
        </pc:picChg>
      </pc:sldChg>
      <pc:sldChg chg="addSp modSp new mod setBg">
        <pc:chgData name="Daniel TCHONANG" userId="bb32c9f8-2ea3-41de-a337-cbeb11aa35fc" providerId="ADAL" clId="{42DCB177-CFB6-423F-8298-75E3BC19F0BA}" dt="2026-09-20T13:11:30.408" v="28" actId="26606"/>
        <pc:sldMkLst>
          <pc:docMk/>
          <pc:sldMk cId="86912141" sldId="278"/>
        </pc:sldMkLst>
        <pc:spChg chg="add">
          <ac:chgData name="Daniel TCHONANG" userId="bb32c9f8-2ea3-41de-a337-cbeb11aa35fc" providerId="ADAL" clId="{42DCB177-CFB6-423F-8298-75E3BC19F0BA}" dt="2026-09-20T13:11:30.408" v="28" actId="26606"/>
          <ac:spMkLst>
            <pc:docMk/>
            <pc:sldMk cId="86912141" sldId="278"/>
            <ac:spMk id="8" creationId="{F3060C83-F051-4F0E-ABAD-AA0DFC48B218}"/>
          </ac:spMkLst>
        </pc:spChg>
        <pc:spChg chg="add">
          <ac:chgData name="Daniel TCHONANG" userId="bb32c9f8-2ea3-41de-a337-cbeb11aa35fc" providerId="ADAL" clId="{42DCB177-CFB6-423F-8298-75E3BC19F0BA}" dt="2026-09-20T13:11:30.408" v="28" actId="26606"/>
          <ac:spMkLst>
            <pc:docMk/>
            <pc:sldMk cId="86912141" sldId="278"/>
            <ac:spMk id="10" creationId="{83C98ABE-055B-441F-B07E-44F97F083C39}"/>
          </ac:spMkLst>
        </pc:spChg>
        <pc:spChg chg="add">
          <ac:chgData name="Daniel TCHONANG" userId="bb32c9f8-2ea3-41de-a337-cbeb11aa35fc" providerId="ADAL" clId="{42DCB177-CFB6-423F-8298-75E3BC19F0BA}" dt="2026-09-20T13:11:30.408" v="28" actId="26606"/>
          <ac:spMkLst>
            <pc:docMk/>
            <pc:sldMk cId="86912141" sldId="278"/>
            <ac:spMk id="12" creationId="{29FDB030-9B49-4CED-8CCD-4D99382388AC}"/>
          </ac:spMkLst>
        </pc:spChg>
        <pc:spChg chg="add">
          <ac:chgData name="Daniel TCHONANG" userId="bb32c9f8-2ea3-41de-a337-cbeb11aa35fc" providerId="ADAL" clId="{42DCB177-CFB6-423F-8298-75E3BC19F0BA}" dt="2026-09-20T13:11:30.408" v="28" actId="26606"/>
          <ac:spMkLst>
            <pc:docMk/>
            <pc:sldMk cId="86912141" sldId="278"/>
            <ac:spMk id="14" creationId="{3783CA14-24A1-485C-8B30-D6A5D87987AD}"/>
          </ac:spMkLst>
        </pc:spChg>
        <pc:spChg chg="add">
          <ac:chgData name="Daniel TCHONANG" userId="bb32c9f8-2ea3-41de-a337-cbeb11aa35fc" providerId="ADAL" clId="{42DCB177-CFB6-423F-8298-75E3BC19F0BA}" dt="2026-09-20T13:11:30.408" v="28" actId="26606"/>
          <ac:spMkLst>
            <pc:docMk/>
            <pc:sldMk cId="86912141" sldId="278"/>
            <ac:spMk id="16" creationId="{9A97C86A-04D6-40F7-AE84-31AB43E6A846}"/>
          </ac:spMkLst>
        </pc:spChg>
        <pc:spChg chg="add">
          <ac:chgData name="Daniel TCHONANG" userId="bb32c9f8-2ea3-41de-a337-cbeb11aa35fc" providerId="ADAL" clId="{42DCB177-CFB6-423F-8298-75E3BC19F0BA}" dt="2026-09-20T13:11:30.408" v="28" actId="26606"/>
          <ac:spMkLst>
            <pc:docMk/>
            <pc:sldMk cId="86912141" sldId="278"/>
            <ac:spMk id="18" creationId="{FF9F2414-84E8-453E-B1F3-389FDE8192D9}"/>
          </ac:spMkLst>
        </pc:spChg>
        <pc:spChg chg="add">
          <ac:chgData name="Daniel TCHONANG" userId="bb32c9f8-2ea3-41de-a337-cbeb11aa35fc" providerId="ADAL" clId="{42DCB177-CFB6-423F-8298-75E3BC19F0BA}" dt="2026-09-20T13:11:30.408" v="28" actId="26606"/>
          <ac:spMkLst>
            <pc:docMk/>
            <pc:sldMk cId="86912141" sldId="278"/>
            <ac:spMk id="20" creationId="{3ECA69A1-7536-43AC-85EF-C7106179F5ED}"/>
          </ac:spMkLst>
        </pc:spChg>
        <pc:picChg chg="add mod">
          <ac:chgData name="Daniel TCHONANG" userId="bb32c9f8-2ea3-41de-a337-cbeb11aa35fc" providerId="ADAL" clId="{42DCB177-CFB6-423F-8298-75E3BC19F0BA}" dt="2026-09-20T13:11:30.408" v="28" actId="26606"/>
          <ac:picMkLst>
            <pc:docMk/>
            <pc:sldMk cId="86912141" sldId="278"/>
            <ac:picMk id="3" creationId="{F248C41B-E481-2469-3876-DD90FE2A5E3B}"/>
          </ac:picMkLst>
        </pc:picChg>
      </pc:sldChg>
      <pc:sldChg chg="addSp modSp new mod setBg">
        <pc:chgData name="Daniel TCHONANG" userId="bb32c9f8-2ea3-41de-a337-cbeb11aa35fc" providerId="ADAL" clId="{42DCB177-CFB6-423F-8298-75E3BC19F0BA}" dt="2026-09-20T13:14:42.699" v="33" actId="14100"/>
        <pc:sldMkLst>
          <pc:docMk/>
          <pc:sldMk cId="4146302147" sldId="279"/>
        </pc:sldMkLst>
        <pc:spChg chg="add">
          <ac:chgData name="Daniel TCHONANG" userId="bb32c9f8-2ea3-41de-a337-cbeb11aa35fc" providerId="ADAL" clId="{42DCB177-CFB6-423F-8298-75E3BC19F0BA}" dt="2026-09-20T13:14:29.271" v="31" actId="26606"/>
          <ac:spMkLst>
            <pc:docMk/>
            <pc:sldMk cId="4146302147" sldId="279"/>
            <ac:spMk id="8" creationId="{F3060C83-F051-4F0E-ABAD-AA0DFC48B218}"/>
          </ac:spMkLst>
        </pc:spChg>
        <pc:spChg chg="add">
          <ac:chgData name="Daniel TCHONANG" userId="bb32c9f8-2ea3-41de-a337-cbeb11aa35fc" providerId="ADAL" clId="{42DCB177-CFB6-423F-8298-75E3BC19F0BA}" dt="2026-09-20T13:14:29.271" v="31" actId="26606"/>
          <ac:spMkLst>
            <pc:docMk/>
            <pc:sldMk cId="4146302147" sldId="279"/>
            <ac:spMk id="10" creationId="{83C98ABE-055B-441F-B07E-44F97F083C39}"/>
          </ac:spMkLst>
        </pc:spChg>
        <pc:spChg chg="add">
          <ac:chgData name="Daniel TCHONANG" userId="bb32c9f8-2ea3-41de-a337-cbeb11aa35fc" providerId="ADAL" clId="{42DCB177-CFB6-423F-8298-75E3BC19F0BA}" dt="2026-09-20T13:14:29.271" v="31" actId="26606"/>
          <ac:spMkLst>
            <pc:docMk/>
            <pc:sldMk cId="4146302147" sldId="279"/>
            <ac:spMk id="12" creationId="{29FDB030-9B49-4CED-8CCD-4D99382388AC}"/>
          </ac:spMkLst>
        </pc:spChg>
        <pc:spChg chg="add">
          <ac:chgData name="Daniel TCHONANG" userId="bb32c9f8-2ea3-41de-a337-cbeb11aa35fc" providerId="ADAL" clId="{42DCB177-CFB6-423F-8298-75E3BC19F0BA}" dt="2026-09-20T13:14:29.271" v="31" actId="26606"/>
          <ac:spMkLst>
            <pc:docMk/>
            <pc:sldMk cId="4146302147" sldId="279"/>
            <ac:spMk id="14" creationId="{3783CA14-24A1-485C-8B30-D6A5D87987AD}"/>
          </ac:spMkLst>
        </pc:spChg>
        <pc:spChg chg="add">
          <ac:chgData name="Daniel TCHONANG" userId="bb32c9f8-2ea3-41de-a337-cbeb11aa35fc" providerId="ADAL" clId="{42DCB177-CFB6-423F-8298-75E3BC19F0BA}" dt="2026-09-20T13:14:29.271" v="31" actId="26606"/>
          <ac:spMkLst>
            <pc:docMk/>
            <pc:sldMk cId="4146302147" sldId="279"/>
            <ac:spMk id="16" creationId="{9A97C86A-04D6-40F7-AE84-31AB43E6A846}"/>
          </ac:spMkLst>
        </pc:spChg>
        <pc:spChg chg="add">
          <ac:chgData name="Daniel TCHONANG" userId="bb32c9f8-2ea3-41de-a337-cbeb11aa35fc" providerId="ADAL" clId="{42DCB177-CFB6-423F-8298-75E3BC19F0BA}" dt="2026-09-20T13:14:29.271" v="31" actId="26606"/>
          <ac:spMkLst>
            <pc:docMk/>
            <pc:sldMk cId="4146302147" sldId="279"/>
            <ac:spMk id="18" creationId="{FF9F2414-84E8-453E-B1F3-389FDE8192D9}"/>
          </ac:spMkLst>
        </pc:spChg>
        <pc:spChg chg="add">
          <ac:chgData name="Daniel TCHONANG" userId="bb32c9f8-2ea3-41de-a337-cbeb11aa35fc" providerId="ADAL" clId="{42DCB177-CFB6-423F-8298-75E3BC19F0BA}" dt="2026-09-20T13:14:29.271" v="31" actId="26606"/>
          <ac:spMkLst>
            <pc:docMk/>
            <pc:sldMk cId="4146302147" sldId="279"/>
            <ac:spMk id="20" creationId="{3ECA69A1-7536-43AC-85EF-C7106179F5ED}"/>
          </ac:spMkLst>
        </pc:spChg>
        <pc:picChg chg="add mod">
          <ac:chgData name="Daniel TCHONANG" userId="bb32c9f8-2ea3-41de-a337-cbeb11aa35fc" providerId="ADAL" clId="{42DCB177-CFB6-423F-8298-75E3BC19F0BA}" dt="2026-09-20T13:14:42.699" v="33" actId="14100"/>
          <ac:picMkLst>
            <pc:docMk/>
            <pc:sldMk cId="4146302147" sldId="279"/>
            <ac:picMk id="3" creationId="{DED5A894-C1C3-E630-FD31-95B8448EDD4B}"/>
          </ac:picMkLst>
        </pc:picChg>
      </pc:sldChg>
    </pc:docChg>
  </pc:docChgLst>
  <pc:docChgLst>
    <pc:chgData name="Zaid ZEHARI" userId="S::zaid.zehari@um6p.ma::d9fa3021-d97e-4c1f-b66b-7c643d0434c6" providerId="AD" clId="Web-{00000000-0000-0000-0000-000000000000}"/>
    <pc:docChg chg="modSld">
      <pc:chgData name="Zaid ZEHARI" userId="S::zaid.zehari@um6p.ma::d9fa3021-d97e-4c1f-b66b-7c643d0434c6" providerId="AD" clId="Web-{00000000-0000-0000-0000-000000000000}" dt="2026-09-20T14:11:04.796" v="1" actId="1076"/>
      <pc:docMkLst>
        <pc:docMk/>
      </pc:docMkLst>
      <pc:sldChg chg="modSp">
        <pc:chgData name="Zaid ZEHARI" userId="S::zaid.zehari@um6p.ma::d9fa3021-d97e-4c1f-b66b-7c643d0434c6" providerId="AD" clId="Web-{00000000-0000-0000-0000-000000000000}" dt="2026-09-20T14:11:04.796" v="1" actId="1076"/>
        <pc:sldMkLst>
          <pc:docMk/>
          <pc:sldMk cId="2213851794" sldId="275"/>
        </pc:sldMkLst>
        <pc:picChg chg="mod">
          <ac:chgData name="Zaid ZEHARI" userId="S::zaid.zehari@um6p.ma::d9fa3021-d97e-4c1f-b66b-7c643d0434c6" providerId="AD" clId="Web-{00000000-0000-0000-0000-000000000000}" dt="2026-09-20T14:11:04.796" v="1" actId="1076"/>
          <ac:picMkLst>
            <pc:docMk/>
            <pc:sldMk cId="2213851794" sldId="275"/>
            <ac:picMk id="3" creationId="{38F76BCD-896B-9A2C-C127-0146F6CE63B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B3235-BB27-43FD-9B48-2528979841E0}" type="datetimeFigureOut"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52ECA-F220-4EA3-8A1D-2F41440DE7B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355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940F-AC57-3B1E-A3FA-8A12423D1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144934-E837-F858-93DF-06C909137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4B1F9-45A0-7131-684B-D5E5D67A5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1C92E-2EA7-4E70-8F09-9FF8E5D8C3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F09B7-CE0D-E415-74B9-B28141BD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A6DF0-2ECD-BE14-40BB-2C55462A0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BF6F-1E55-4052-88BE-EEB57A9EA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07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C0FA-67C3-EDCB-99BE-6EFF8B792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BD1F2-7E51-C731-235A-8B4383E7B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CFBA5-71CD-B8E9-4FCE-FBE2420E5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1C92E-2EA7-4E70-8F09-9FF8E5D8C3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67A92-0FAC-6CFC-E739-6A1C83793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40601-4BDD-7A87-769A-47CE9ACA3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BF6F-1E55-4052-88BE-EEB57A9EA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060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655F6-4ADE-2C5B-BADA-0C61967CC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7D241-6756-C01A-61CA-7674A5C7E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45521-A804-1D4D-28F4-9482DAF0F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1C92E-2EA7-4E70-8F09-9FF8E5D8C3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8A67C-EFFB-2EE0-D024-53F3954BF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66EED-77A9-CF3D-AF11-E5C53D0C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BF6F-1E55-4052-88BE-EEB57A9EA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05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F48B-6367-5A38-180D-2A943E9B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CABAA-6E27-672B-1D58-74142C492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3EAAC5-4CA8-3CFB-6AFE-2FF0EBD45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F2C44-12BA-4835-6939-F39D91E9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1C92E-2EA7-4E70-8F09-9FF8E5D8C3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AB357-50E9-075A-36E2-D879A2D71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632F9-1D80-3131-566C-4DEC9D2A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BF6F-1E55-4052-88BE-EEB57A9EA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358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61233-8897-2C41-62B9-A780FDF37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1038E-5287-9D77-2820-D4DA7B895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10E54-D4C4-6598-C332-CB331B829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A9D785-59FF-523B-D730-270AB96E3D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35060F-2E9E-B1CB-5008-FE3964D06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A6A2AF-54FC-0999-3F16-D187E47FA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1C92E-2EA7-4E70-8F09-9FF8E5D8C3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515DCF-E4F0-C271-C6DF-2C06364A2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B0191E-93AC-D03E-012F-0FD3A3D06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BF6F-1E55-4052-88BE-EEB57A9EA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51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BE94E-F491-747C-B633-A6CE6CCD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538D71-DCCA-75E9-14EA-4EDB60414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1C92E-2EA7-4E70-8F09-9FF8E5D8C3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A1022-F2F1-2DB3-0174-9BB3E9564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78FBE7-82DB-78F7-C68C-D6A856C5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BF6F-1E55-4052-88BE-EEB57A9EA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1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70205-7C3B-2F15-DB49-2B1D687F7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1C92E-2EA7-4E70-8F09-9FF8E5D8C3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6A1CCD-D292-A882-A036-9E85884E8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09CE6-7201-8F88-111D-B49FF78F7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BF6F-1E55-4052-88BE-EEB57A9EA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192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C9784-3192-ADDC-6D4E-EDB14E8F9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68410-317B-4D32-4285-F26F0C43C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8C705-2E79-ECC4-00D9-E6530E7F9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AB8B9-42A4-9F77-C821-82B6135A3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1C92E-2EA7-4E70-8F09-9FF8E5D8C3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D6752-B3B3-F9A8-EAB1-B01C0E0B1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A5E89-63C3-3878-7E30-F36D2E55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BF6F-1E55-4052-88BE-EEB57A9EA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9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4768B-FDD5-E2BF-3C38-33A830C8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8F0ADD-80B3-DA0B-6F77-7F6B3C9A7D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BCD76-628F-AE54-53BB-25E2AFAAF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1A12C-AD28-AAF7-A4FF-9DCDF2967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1C92E-2EA7-4E70-8F09-9FF8E5D8C3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E3274-687B-03AD-0991-A2BA9F0D5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44D3E-AA19-1BF6-1DD6-A1C26D030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BF6F-1E55-4052-88BE-EEB57A9EA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546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7F64-4A2B-2D88-EEA1-762767583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D8D88-3BF2-764E-42D3-CC1AD3E0C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8429A-7BC7-F7F0-1E56-F9757EA8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1C92E-2EA7-4E70-8F09-9FF8E5D8C3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684C3-C5F0-3116-D9EC-27E5E567E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3E0A4-892C-DE65-3BF8-8F3A4BFC3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BF6F-1E55-4052-88BE-EEB57A9EA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44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567733-C39A-CE34-7D1E-ABFCB2447C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DBEF07-04A6-6EDD-4C34-CB9BCFB69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27747-7ADE-3090-DF76-6042A63BC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1C92E-2EA7-4E70-8F09-9FF8E5D8C3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1E6E7-1745-1951-7C0A-66CE3CD78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723E2-4A21-EC91-17ED-B786E938E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BF6F-1E55-4052-88BE-EEB57A9EA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30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392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358280-D4A5-881E-808C-A5E427894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E6A3C-B406-D7AE-8583-CF07F4710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13682-154D-5B4D-7B10-497F73E9DF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81C92E-2EA7-4E70-8F09-9FF8E5D8C3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636AE-3EA0-5E02-EE50-40C6AF333B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A5D91-5F79-2443-7DFE-F025B5844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E9BF6F-1E55-4052-88BE-EEB57A9EA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64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89760" cy="1219200"/>
          </a:xfrm>
          <a:custGeom>
            <a:avLst/>
            <a:gdLst/>
            <a:ahLst/>
            <a:cxnLst/>
            <a:rect l="l" t="t" r="r" b="b"/>
            <a:pathLst>
              <a:path w="1417320" h="914400">
                <a:moveTo>
                  <a:pt x="0" y="0"/>
                </a:moveTo>
                <a:lnTo>
                  <a:pt x="1417320" y="0"/>
                </a:lnTo>
                <a:lnTo>
                  <a:pt x="9601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B4C8D6"/>
          </a:solidFill>
          <a:ln/>
        </p:spPr>
      </p:sp>
      <p:sp>
        <p:nvSpPr>
          <p:cNvPr id="3" name="Shape 1"/>
          <p:cNvSpPr/>
          <p:nvPr/>
        </p:nvSpPr>
        <p:spPr>
          <a:xfrm>
            <a:off x="792480" y="365760"/>
            <a:ext cx="975360" cy="1024128"/>
          </a:xfrm>
          <a:custGeom>
            <a:avLst/>
            <a:gdLst/>
            <a:ahLst/>
            <a:cxnLst/>
            <a:rect l="l" t="t" r="r" b="b"/>
            <a:pathLst>
              <a:path w="731520" h="768096">
                <a:moveTo>
                  <a:pt x="365760" y="0"/>
                </a:moveTo>
                <a:lnTo>
                  <a:pt x="731520" y="384048"/>
                </a:lnTo>
                <a:lnTo>
                  <a:pt x="365760" y="768096"/>
                </a:lnTo>
                <a:lnTo>
                  <a:pt x="0" y="384048"/>
                </a:lnTo>
                <a:close/>
              </a:path>
            </a:pathLst>
          </a:custGeom>
          <a:solidFill>
            <a:srgbClr val="7F9DB3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0"/>
            <a:ext cx="3048000" cy="1219200"/>
          </a:xfrm>
          <a:custGeom>
            <a:avLst/>
            <a:gdLst/>
            <a:ahLst/>
            <a:cxnLst/>
            <a:rect l="l" t="t" r="r" b="b"/>
            <a:pathLst>
              <a:path w="2286000" h="914400">
                <a:moveTo>
                  <a:pt x="0" y="0"/>
                </a:moveTo>
                <a:lnTo>
                  <a:pt x="2286000" y="0"/>
                </a:lnTo>
                <a:lnTo>
                  <a:pt x="2286000" y="914400"/>
                </a:lnTo>
                <a:lnTo>
                  <a:pt x="822960" y="914400"/>
                </a:lnTo>
                <a:close/>
              </a:path>
            </a:pathLst>
          </a:custGeom>
          <a:solidFill>
            <a:srgbClr val="B7E1F3"/>
          </a:solidFill>
          <a:ln/>
        </p:spPr>
      </p:sp>
      <p:sp>
        <p:nvSpPr>
          <p:cNvPr id="5" name="Shape 3"/>
          <p:cNvSpPr/>
          <p:nvPr/>
        </p:nvSpPr>
        <p:spPr>
          <a:xfrm>
            <a:off x="9997440" y="548640"/>
            <a:ext cx="1097280" cy="1158240"/>
          </a:xfrm>
          <a:custGeom>
            <a:avLst/>
            <a:gdLst/>
            <a:ahLst/>
            <a:cxnLst/>
            <a:rect l="l" t="t" r="r" b="b"/>
            <a:pathLst>
              <a:path w="822960" h="868680">
                <a:moveTo>
                  <a:pt x="411480" y="0"/>
                </a:moveTo>
                <a:lnTo>
                  <a:pt x="822960" y="429768"/>
                </a:lnTo>
                <a:lnTo>
                  <a:pt x="411480" y="868680"/>
                </a:lnTo>
                <a:lnTo>
                  <a:pt x="0" y="429768"/>
                </a:lnTo>
                <a:close/>
              </a:path>
            </a:pathLst>
          </a:custGeom>
          <a:solidFill>
            <a:srgbClr val="7CC6E8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98080" y="5974080"/>
            <a:ext cx="1950720" cy="883920"/>
          </a:xfrm>
          <a:custGeom>
            <a:avLst/>
            <a:gdLst/>
            <a:ahLst/>
            <a:cxnLst/>
            <a:rect l="l" t="t" r="r" b="b"/>
            <a:pathLst>
              <a:path w="1463040" h="662940">
                <a:moveTo>
                  <a:pt x="0" y="662940"/>
                </a:moveTo>
                <a:lnTo>
                  <a:pt x="731520" y="0"/>
                </a:lnTo>
                <a:lnTo>
                  <a:pt x="1463040" y="662940"/>
                </a:lnTo>
                <a:close/>
              </a:path>
            </a:pathLst>
          </a:custGeom>
          <a:solidFill>
            <a:srgbClr val="B4C8D6"/>
          </a:solidFill>
          <a:ln/>
        </p:spPr>
      </p:sp>
      <p:sp>
        <p:nvSpPr>
          <p:cNvPr id="7" name="Shape 5"/>
          <p:cNvSpPr/>
          <p:nvPr/>
        </p:nvSpPr>
        <p:spPr>
          <a:xfrm>
            <a:off x="7802880" y="6583680"/>
            <a:ext cx="731520" cy="274320"/>
          </a:xfrm>
          <a:custGeom>
            <a:avLst/>
            <a:gdLst/>
            <a:ahLst/>
            <a:cxnLst/>
            <a:rect l="l" t="t" r="r" b="b"/>
            <a:pathLst>
              <a:path w="548640" h="205740">
                <a:moveTo>
                  <a:pt x="0" y="205740"/>
                </a:moveTo>
                <a:lnTo>
                  <a:pt x="182880" y="0"/>
                </a:lnTo>
                <a:lnTo>
                  <a:pt x="548640" y="205740"/>
                </a:lnTo>
                <a:close/>
              </a:path>
            </a:pathLst>
          </a:custGeom>
          <a:solidFill>
            <a:srgbClr val="7F9DB3">
              <a:alpha val="7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89760"/>
            <a:ext cx="10728960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33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Lab</a:t>
            </a:r>
            <a:endParaRPr lang="en-US" sz="5333" dirty="0"/>
          </a:p>
          <a:p>
            <a:pPr marL="0" indent="0" algn="ctr">
              <a:buNone/>
            </a:pPr>
            <a:r>
              <a:rPr lang="en-US" sz="533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System (RLMS)</a:t>
            </a:r>
            <a:endParaRPr lang="en-US" sz="5333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28160"/>
            <a:ext cx="107289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404040"/>
                </a:solidFill>
                <a:latin typeface="Arial"/>
                <a:ea typeface="Arial" pitchFamily="34" charset="-122"/>
                <a:cs typeface="Arial"/>
              </a:rPr>
              <a:t>Conceptual</a:t>
            </a:r>
            <a:r>
              <a:rPr lang="en-US" sz="2400" dirty="0">
                <a:solidFill>
                  <a:srgbClr val="404040"/>
                </a:solidFill>
                <a:latin typeface="Arial"/>
                <a:ea typeface="Arial" pitchFamily="34" charset="-122"/>
                <a:cs typeface="Arial"/>
              </a:rPr>
              <a:t> Design – ER Diagram</a:t>
            </a:r>
            <a:endParaRPr 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9014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9ADBA8-A932-82BE-223C-548304CFD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406" y="643467"/>
            <a:ext cx="8948676" cy="5571065"/>
          </a:xfrm>
          <a:prstGeom prst="rect">
            <a:avLst/>
          </a:prstGeom>
          <a:ln>
            <a:noFill/>
          </a:ln>
        </p:spPr>
      </p:pic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8A91D1-3DA6-DF32-D650-FB70F6C3B080}"/>
              </a:ext>
            </a:extLst>
          </p:cNvPr>
          <p:cNvSpPr txBox="1"/>
          <p:nvPr/>
        </p:nvSpPr>
        <p:spPr>
          <a:xfrm>
            <a:off x="5249288" y="105700"/>
            <a:ext cx="16888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AutoNum type="romanUcPeriod"/>
            </a:pPr>
            <a:r>
              <a:rPr lang="en-US" b="1" u="sng" dirty="0"/>
              <a:t>People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934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D520CF-20F7-7FD4-C4BC-80728478C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264" y="643467"/>
            <a:ext cx="8615170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437D67-0770-266A-9F22-3820B961F8D8}"/>
              </a:ext>
            </a:extLst>
          </p:cNvPr>
          <p:cNvSpPr txBox="1"/>
          <p:nvPr/>
        </p:nvSpPr>
        <p:spPr>
          <a:xfrm>
            <a:off x="5249288" y="105700"/>
            <a:ext cx="16888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AutoNum type="romanUcPeriod"/>
            </a:pPr>
            <a:r>
              <a:rPr lang="en-US" b="1" u="sng" dirty="0"/>
              <a:t>People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19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6838C-1ADB-B6F4-3C25-51DBCF2D0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541" y="643467"/>
            <a:ext cx="8670917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6589DF-64A7-27D2-2288-FAD3FDB1D509}"/>
              </a:ext>
            </a:extLst>
          </p:cNvPr>
          <p:cNvSpPr txBox="1"/>
          <p:nvPr/>
        </p:nvSpPr>
        <p:spPr>
          <a:xfrm>
            <a:off x="5249288" y="105700"/>
            <a:ext cx="16888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AutoNum type="romanUcPeriod"/>
            </a:pPr>
            <a:r>
              <a:rPr lang="en-US" b="1" u="sng" dirty="0"/>
              <a:t>People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265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E62863-6FCA-C1E2-37BC-C10E0F24E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12" y="643467"/>
            <a:ext cx="10083375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68A86-E5AD-5C33-2144-36065F0DB15E}"/>
              </a:ext>
            </a:extLst>
          </p:cNvPr>
          <p:cNvSpPr txBox="1"/>
          <p:nvPr/>
        </p:nvSpPr>
        <p:spPr>
          <a:xfrm>
            <a:off x="4930311" y="105700"/>
            <a:ext cx="20698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II. </a:t>
            </a:r>
            <a:r>
              <a:rPr lang="en-US" b="1" u="sng" dirty="0"/>
              <a:t>Laboratories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357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1D6ACC-772F-93FF-1857-DC67DAB31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94" y="643467"/>
            <a:ext cx="10129211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6B0A0-D3DE-BAF8-D580-5193EC9385BB}"/>
              </a:ext>
            </a:extLst>
          </p:cNvPr>
          <p:cNvSpPr txBox="1"/>
          <p:nvPr/>
        </p:nvSpPr>
        <p:spPr>
          <a:xfrm>
            <a:off x="4983474" y="105700"/>
            <a:ext cx="22292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II. </a:t>
            </a:r>
            <a:r>
              <a:rPr lang="en-US" b="1" u="sng" dirty="0"/>
              <a:t>Laboratories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252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218680-2F84-BB1C-3F4A-FFDCE03A1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98152"/>
            <a:ext cx="10905066" cy="526169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9FBD28-B622-3C1F-CB1B-83E2F28E0DD5}"/>
              </a:ext>
            </a:extLst>
          </p:cNvPr>
          <p:cNvSpPr txBox="1"/>
          <p:nvPr/>
        </p:nvSpPr>
        <p:spPr>
          <a:xfrm>
            <a:off x="4770823" y="141141"/>
            <a:ext cx="26368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III. </a:t>
            </a:r>
            <a:r>
              <a:rPr lang="en-US" b="1" u="sng" dirty="0"/>
              <a:t>Research projects</a:t>
            </a:r>
          </a:p>
        </p:txBody>
      </p:sp>
    </p:spTree>
    <p:extLst>
      <p:ext uri="{BB962C8B-B14F-4D97-AF65-F5344CB8AC3E}">
        <p14:creationId xmlns:p14="http://schemas.microsoft.com/office/powerpoint/2010/main" val="2445382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C5D62C-BD7D-E2E5-7CB9-1FE792CE9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34" y="742325"/>
            <a:ext cx="11392391" cy="512742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3BBF07-9755-4EB8-6CFF-5120F5583A01}"/>
              </a:ext>
            </a:extLst>
          </p:cNvPr>
          <p:cNvSpPr txBox="1"/>
          <p:nvPr/>
        </p:nvSpPr>
        <p:spPr>
          <a:xfrm>
            <a:off x="5364474" y="141141"/>
            <a:ext cx="14495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IV. </a:t>
            </a:r>
            <a:r>
              <a:rPr lang="en-US" b="1" u="sng" dirty="0"/>
              <a:t>Budgets</a:t>
            </a:r>
          </a:p>
        </p:txBody>
      </p:sp>
    </p:spTree>
    <p:extLst>
      <p:ext uri="{BB962C8B-B14F-4D97-AF65-F5344CB8AC3E}">
        <p14:creationId xmlns:p14="http://schemas.microsoft.com/office/powerpoint/2010/main" val="507804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76ACB1-D375-BB99-BEA3-16D19CA1C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37" y="875169"/>
            <a:ext cx="11294926" cy="5311449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9C1EDB-A06C-40EB-824E-DC75B6006055}"/>
              </a:ext>
            </a:extLst>
          </p:cNvPr>
          <p:cNvSpPr txBox="1"/>
          <p:nvPr/>
        </p:nvSpPr>
        <p:spPr>
          <a:xfrm>
            <a:off x="5355614" y="141141"/>
            <a:ext cx="14672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IV. </a:t>
            </a:r>
            <a:r>
              <a:rPr lang="en-US" b="1" u="sng" dirty="0"/>
              <a:t>Budgets</a:t>
            </a:r>
          </a:p>
        </p:txBody>
      </p:sp>
    </p:spTree>
    <p:extLst>
      <p:ext uri="{BB962C8B-B14F-4D97-AF65-F5344CB8AC3E}">
        <p14:creationId xmlns:p14="http://schemas.microsoft.com/office/powerpoint/2010/main" val="2794898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EFF795-FE83-F406-9FE2-BB2283DD5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7563"/>
            <a:ext cx="12192000" cy="53628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A4B073-3B15-505C-5494-67913AB49744}"/>
              </a:ext>
            </a:extLst>
          </p:cNvPr>
          <p:cNvSpPr txBox="1"/>
          <p:nvPr/>
        </p:nvSpPr>
        <p:spPr>
          <a:xfrm>
            <a:off x="5346753" y="105699"/>
            <a:ext cx="14938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IV. </a:t>
            </a:r>
            <a:r>
              <a:rPr lang="en-US" b="1" u="sng" dirty="0"/>
              <a:t>Budgets</a:t>
            </a:r>
          </a:p>
        </p:txBody>
      </p:sp>
    </p:spTree>
    <p:extLst>
      <p:ext uri="{BB962C8B-B14F-4D97-AF65-F5344CB8AC3E}">
        <p14:creationId xmlns:p14="http://schemas.microsoft.com/office/powerpoint/2010/main" val="1043352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826D33-CD51-54CC-9996-FFA64FD10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3562"/>
            <a:ext cx="12192000" cy="37508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5207CA-442C-FDFB-8CC9-295D772C70A0}"/>
              </a:ext>
            </a:extLst>
          </p:cNvPr>
          <p:cNvSpPr txBox="1"/>
          <p:nvPr/>
        </p:nvSpPr>
        <p:spPr>
          <a:xfrm>
            <a:off x="3902497" y="105700"/>
            <a:ext cx="481654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V. </a:t>
            </a:r>
            <a:r>
              <a:rPr lang="en-US" b="1" u="sng" dirty="0">
                <a:ea typeface="+mn-lt"/>
                <a:cs typeface="+mn-lt"/>
              </a:rPr>
              <a:t>Equipment Models and Equipment Units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4100302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657440-D9D6-201E-C05F-274B8E983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46" y="1712815"/>
            <a:ext cx="12198692" cy="3804508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5C0AC7-00C0-DB3B-C643-C98452E19704}"/>
              </a:ext>
            </a:extLst>
          </p:cNvPr>
          <p:cNvSpPr txBox="1"/>
          <p:nvPr/>
        </p:nvSpPr>
        <p:spPr>
          <a:xfrm>
            <a:off x="4088567" y="114560"/>
            <a:ext cx="481654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V. </a:t>
            </a:r>
            <a:r>
              <a:rPr lang="en-US" b="1" u="sng" dirty="0">
                <a:ea typeface="+mn-lt"/>
                <a:cs typeface="+mn-lt"/>
              </a:rPr>
              <a:t>Equipment Models and Equipment Units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281429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671DA9-737A-7EF3-2780-BE4F26021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46" y="926283"/>
            <a:ext cx="12198692" cy="4739618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039749-F03A-6EF6-D7D5-E950F82CED26}"/>
              </a:ext>
            </a:extLst>
          </p:cNvPr>
          <p:cNvSpPr txBox="1"/>
          <p:nvPr/>
        </p:nvSpPr>
        <p:spPr>
          <a:xfrm>
            <a:off x="3982241" y="141141"/>
            <a:ext cx="42228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VI. </a:t>
            </a:r>
            <a:r>
              <a:rPr lang="en-US" b="1" u="sng" dirty="0">
                <a:ea typeface="+mn-lt"/>
                <a:cs typeface="+mn-lt"/>
              </a:rPr>
              <a:t>Certifications and Authorizations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860055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767F6E-AF7B-3A17-78F9-2B76D04D2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45" y="851311"/>
            <a:ext cx="12198692" cy="504904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37EC16-EF1E-8770-BD1E-AE5EFC25C73B}"/>
              </a:ext>
            </a:extLst>
          </p:cNvPr>
          <p:cNvSpPr txBox="1"/>
          <p:nvPr/>
        </p:nvSpPr>
        <p:spPr>
          <a:xfrm>
            <a:off x="5089800" y="105700"/>
            <a:ext cx="20077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VII. </a:t>
            </a:r>
            <a:r>
              <a:rPr lang="en-US" b="1" u="sng" dirty="0">
                <a:ea typeface="+mn-lt"/>
                <a:cs typeface="+mn-lt"/>
              </a:rPr>
              <a:t>Reservations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265380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CA8C9C-492A-4932-66C7-52A2BBFB3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46" y="996488"/>
            <a:ext cx="12198692" cy="5201720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E9AE9D-172A-E316-69D1-58A8F6864840}"/>
              </a:ext>
            </a:extLst>
          </p:cNvPr>
          <p:cNvSpPr txBox="1"/>
          <p:nvPr/>
        </p:nvSpPr>
        <p:spPr>
          <a:xfrm>
            <a:off x="5125241" y="105700"/>
            <a:ext cx="193689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VII. </a:t>
            </a:r>
            <a:r>
              <a:rPr lang="en-US" b="1" u="sng" dirty="0">
                <a:ea typeface="+mn-lt"/>
                <a:cs typeface="+mn-lt"/>
              </a:rPr>
              <a:t>Reservations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239262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6A7CED-DA0A-0171-E6D8-1F6D00CC0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46" y="895614"/>
            <a:ext cx="12198692" cy="5057910"/>
          </a:xfrm>
          <a:prstGeom prst="rect">
            <a:avLst/>
          </a:prstGeom>
          <a:ln>
            <a:noFill/>
          </a:ln>
        </p:spPr>
      </p:pic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2D83E4-EF73-0DAF-1456-B00F3AE8A3FD}"/>
              </a:ext>
            </a:extLst>
          </p:cNvPr>
          <p:cNvSpPr txBox="1"/>
          <p:nvPr/>
        </p:nvSpPr>
        <p:spPr>
          <a:xfrm>
            <a:off x="5089800" y="141141"/>
            <a:ext cx="20077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VII. </a:t>
            </a:r>
            <a:r>
              <a:rPr lang="en-US" b="1" u="sng" dirty="0">
                <a:ea typeface="+mn-lt"/>
                <a:cs typeface="+mn-lt"/>
              </a:rPr>
              <a:t>Reservations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504358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AB4BF8-A104-1EF1-F23D-78B74B09E23A}"/>
              </a:ext>
            </a:extLst>
          </p:cNvPr>
          <p:cNvSpPr txBox="1"/>
          <p:nvPr/>
        </p:nvSpPr>
        <p:spPr>
          <a:xfrm>
            <a:off x="1988943" y="2509112"/>
            <a:ext cx="82101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/>
              <a:t>In the next slides, we made a mistake associating </a:t>
            </a:r>
            <a:r>
              <a:rPr lang="en-US" dirty="0" err="1"/>
              <a:t>EquipmentModel</a:t>
            </a:r>
            <a:r>
              <a:rPr lang="en-US" dirty="0"/>
              <a:t> to Reservation through the relationship </a:t>
            </a:r>
            <a:r>
              <a:rPr lang="en-US" dirty="0" err="1"/>
              <a:t>correspond_e</a:t>
            </a:r>
            <a:r>
              <a:rPr lang="en-US" dirty="0"/>
              <a:t>, it should have been an association between </a:t>
            </a:r>
            <a:r>
              <a:rPr lang="en-US" dirty="0" err="1"/>
              <a:t>EquipmentUnit</a:t>
            </a:r>
            <a:r>
              <a:rPr lang="en-US" dirty="0"/>
              <a:t> and Reservation through the same relationship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88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8DF69C-B13F-7319-0ECA-40FDD914D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7" y="1116681"/>
            <a:ext cx="12150945" cy="48299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5D70D3-9194-6A42-795A-BC6F7F2754D0}"/>
              </a:ext>
            </a:extLst>
          </p:cNvPr>
          <p:cNvSpPr txBox="1"/>
          <p:nvPr/>
        </p:nvSpPr>
        <p:spPr>
          <a:xfrm>
            <a:off x="5089800" y="141141"/>
            <a:ext cx="20077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VII. </a:t>
            </a:r>
            <a:r>
              <a:rPr lang="en-US" b="1" u="sng" dirty="0">
                <a:ea typeface="+mn-lt"/>
                <a:cs typeface="+mn-lt"/>
              </a:rPr>
              <a:t>Reservations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172395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E16484-F787-C30B-83FB-3093807BB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46" y="995805"/>
            <a:ext cx="12198692" cy="4839807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65AEB-B83A-E219-E039-1786030196B8}"/>
              </a:ext>
            </a:extLst>
          </p:cNvPr>
          <p:cNvSpPr txBox="1"/>
          <p:nvPr/>
        </p:nvSpPr>
        <p:spPr>
          <a:xfrm>
            <a:off x="5089800" y="141141"/>
            <a:ext cx="19989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VIII. </a:t>
            </a:r>
            <a:r>
              <a:rPr lang="en-US" b="1" u="sng" dirty="0">
                <a:ea typeface="+mn-lt"/>
                <a:cs typeface="+mn-lt"/>
              </a:rPr>
              <a:t>Maintenance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207576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FCE633-8EFE-B359-8271-918080903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46" y="749077"/>
            <a:ext cx="12198692" cy="5377566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711805-ADE8-99B6-DED4-F0340AA2A914}"/>
              </a:ext>
            </a:extLst>
          </p:cNvPr>
          <p:cNvSpPr txBox="1"/>
          <p:nvPr/>
        </p:nvSpPr>
        <p:spPr>
          <a:xfrm>
            <a:off x="5089800" y="105700"/>
            <a:ext cx="20077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VIII. </a:t>
            </a:r>
            <a:r>
              <a:rPr lang="en-US" b="1" u="sng" dirty="0">
                <a:ea typeface="+mn-lt"/>
                <a:cs typeface="+mn-lt"/>
              </a:rPr>
              <a:t>Maintenance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8406343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F76BCD-896B-9A2C-C127-0146F6CE6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39" y="513159"/>
            <a:ext cx="11686921" cy="6315343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10182A-EAF0-CACD-349F-AA425F9ACAF6}"/>
              </a:ext>
            </a:extLst>
          </p:cNvPr>
          <p:cNvSpPr txBox="1"/>
          <p:nvPr/>
        </p:nvSpPr>
        <p:spPr>
          <a:xfrm>
            <a:off x="3813893" y="105700"/>
            <a:ext cx="45507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 dirty="0"/>
              <a:t>IX&amp;X. Calibration records &amp; Consumables</a:t>
            </a:r>
          </a:p>
        </p:txBody>
      </p:sp>
    </p:spTree>
    <p:extLst>
      <p:ext uri="{BB962C8B-B14F-4D97-AF65-F5344CB8AC3E}">
        <p14:creationId xmlns:p14="http://schemas.microsoft.com/office/powerpoint/2010/main" val="2213851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B7F665-7D2B-829F-9DFA-43C3BD472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63" y="643467"/>
            <a:ext cx="11211673" cy="5854599"/>
          </a:xfrm>
          <a:prstGeom prst="rect">
            <a:avLst/>
          </a:prstGeom>
          <a:ln>
            <a:noFill/>
          </a:ln>
        </p:spPr>
      </p:pic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77CAB3-44F0-89CB-9FA8-DD42F62B9370}"/>
              </a:ext>
            </a:extLst>
          </p:cNvPr>
          <p:cNvSpPr txBox="1"/>
          <p:nvPr/>
        </p:nvSpPr>
        <p:spPr>
          <a:xfrm>
            <a:off x="5134102" y="105700"/>
            <a:ext cx="19280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 dirty="0"/>
              <a:t>X. Consumables</a:t>
            </a:r>
          </a:p>
        </p:txBody>
      </p:sp>
    </p:spTree>
    <p:extLst>
      <p:ext uri="{BB962C8B-B14F-4D97-AF65-F5344CB8AC3E}">
        <p14:creationId xmlns:p14="http://schemas.microsoft.com/office/powerpoint/2010/main" val="1255493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9C180D-3062-5DC1-EA49-DE0E032CC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32" y="634607"/>
            <a:ext cx="10839996" cy="593434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F48FBB-56D6-0A5F-668D-5422096729E2}"/>
              </a:ext>
            </a:extLst>
          </p:cNvPr>
          <p:cNvSpPr txBox="1"/>
          <p:nvPr/>
        </p:nvSpPr>
        <p:spPr>
          <a:xfrm>
            <a:off x="5089800" y="141141"/>
            <a:ext cx="20077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 dirty="0"/>
              <a:t>X. Consumables</a:t>
            </a:r>
          </a:p>
        </p:txBody>
      </p:sp>
    </p:spTree>
    <p:extLst>
      <p:ext uri="{BB962C8B-B14F-4D97-AF65-F5344CB8AC3E}">
        <p14:creationId xmlns:p14="http://schemas.microsoft.com/office/powerpoint/2010/main" val="29268555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48C41B-E481-2469-3876-DD90FE2A5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11" y="510561"/>
            <a:ext cx="10891841" cy="62355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742AC-F317-33A2-14B0-46CAD450BE2A}"/>
              </a:ext>
            </a:extLst>
          </p:cNvPr>
          <p:cNvSpPr txBox="1"/>
          <p:nvPr/>
        </p:nvSpPr>
        <p:spPr>
          <a:xfrm>
            <a:off x="5001195" y="105700"/>
            <a:ext cx="218499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 dirty="0"/>
              <a:t>X. Consumables</a:t>
            </a:r>
          </a:p>
        </p:txBody>
      </p:sp>
    </p:spTree>
    <p:extLst>
      <p:ext uri="{BB962C8B-B14F-4D97-AF65-F5344CB8AC3E}">
        <p14:creationId xmlns:p14="http://schemas.microsoft.com/office/powerpoint/2010/main" val="86912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7D92A2-42DA-010B-7F4E-69610A3EEBFA}"/>
              </a:ext>
            </a:extLst>
          </p:cNvPr>
          <p:cNvSpPr txBox="1"/>
          <p:nvPr/>
        </p:nvSpPr>
        <p:spPr>
          <a:xfrm>
            <a:off x="1746603" y="1975131"/>
            <a:ext cx="859427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The aggregation on the next slide is built over the </a:t>
            </a:r>
            <a:r>
              <a:rPr lang="en-US" b="1" dirty="0">
                <a:ea typeface="+mn-lt"/>
                <a:cs typeface="+mn-lt"/>
              </a:rPr>
              <a:t>has</a:t>
            </a:r>
            <a:r>
              <a:rPr lang="en-US" dirty="0">
                <a:ea typeface="+mn-lt"/>
                <a:cs typeface="+mn-lt"/>
              </a:rPr>
              <a:t> relationship set (Consumable–Laboratory) and is linked to </a:t>
            </a:r>
            <a:r>
              <a:rPr lang="en-US" b="1" dirty="0">
                <a:ea typeface="+mn-lt"/>
                <a:cs typeface="+mn-lt"/>
              </a:rPr>
              <a:t>Technical</a:t>
            </a:r>
            <a:r>
              <a:rPr lang="en-US" dirty="0">
                <a:ea typeface="+mn-lt"/>
                <a:cs typeface="+mn-lt"/>
              </a:rPr>
              <a:t> through </a:t>
            </a:r>
            <a:r>
              <a:rPr lang="en-US" b="1" dirty="0">
                <a:ea typeface="+mn-lt"/>
                <a:cs typeface="+mn-lt"/>
              </a:rPr>
              <a:t>monitor</a:t>
            </a:r>
            <a:r>
              <a:rPr lang="en-US" dirty="0">
                <a:ea typeface="+mn-lt"/>
                <a:cs typeface="+mn-lt"/>
              </a:rPr>
              <a:t>. The box may visually overlap other entities because of the diagram layout, but it encloses only </a:t>
            </a:r>
            <a:r>
              <a:rPr lang="en-US" b="1" dirty="0">
                <a:ea typeface="+mn-lt"/>
                <a:cs typeface="+mn-lt"/>
              </a:rPr>
              <a:t>has</a:t>
            </a:r>
            <a:r>
              <a:rPr lang="en-US" dirty="0">
                <a:ea typeface="+mn-lt"/>
                <a:cs typeface="+mn-lt"/>
              </a:rPr>
              <a:t> and its two participating entities.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4058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D5A894-C1C3-E630-FD31-95B8448ED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69" y="490391"/>
            <a:ext cx="10943617" cy="6265220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C5780-09E7-5841-8712-FB14A378C919}"/>
              </a:ext>
            </a:extLst>
          </p:cNvPr>
          <p:cNvSpPr txBox="1"/>
          <p:nvPr/>
        </p:nvSpPr>
        <p:spPr>
          <a:xfrm>
            <a:off x="5089800" y="141141"/>
            <a:ext cx="19989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 dirty="0"/>
              <a:t>X. Consumables</a:t>
            </a:r>
          </a:p>
        </p:txBody>
      </p:sp>
    </p:spTree>
    <p:extLst>
      <p:ext uri="{BB962C8B-B14F-4D97-AF65-F5344CB8AC3E}">
        <p14:creationId xmlns:p14="http://schemas.microsoft.com/office/powerpoint/2010/main" val="4146302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0dbdb28-a540-435c-be51-5dad44c5625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3EF66B4A01234582EFA2AE36911D0B" ma:contentTypeVersion="11" ma:contentTypeDescription="Create a new document." ma:contentTypeScope="" ma:versionID="253d834f39d1520a981c2337f699cd78">
  <xsd:schema xmlns:xsd="http://www.w3.org/2001/XMLSchema" xmlns:xs="http://www.w3.org/2001/XMLSchema" xmlns:p="http://schemas.microsoft.com/office/2006/metadata/properties" xmlns:ns3="d0dbdb28-a540-435c-be51-5dad44c56255" targetNamespace="http://schemas.microsoft.com/office/2006/metadata/properties" ma:root="true" ma:fieldsID="bd19963c21debd6deccefcded3712985" ns3:_="">
    <xsd:import namespace="d0dbdb28-a540-435c-be51-5dad44c5625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dbdb28-a540-435c-be51-5dad44c5625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118721-30D6-43D8-A04E-C02FE08FD3E3}">
  <ds:schemaRefs>
    <ds:schemaRef ds:uri="d0dbdb28-a540-435c-be51-5dad44c5625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4F625A6-E8DA-4443-9B4A-DEDE1922DFDF}">
  <ds:schemaRefs>
    <ds:schemaRef ds:uri="d0dbdb28-a540-435c-be51-5dad44c5625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16AC3EC-BC16-405B-BCD1-BFE2864E2EB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26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TCHONANG</dc:creator>
  <cp:revision>184</cp:revision>
  <dcterms:created xsi:type="dcterms:W3CDTF">2026-09-20T05:58:49Z</dcterms:created>
  <dcterms:modified xsi:type="dcterms:W3CDTF">2026-09-20T20:49:15Z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0x010100633EF66B4A01234582EFA2AE36911D0B</vt:lpwstr>
  </property>
</Properties>
</file>